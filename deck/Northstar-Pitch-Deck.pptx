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97c6e3bc4646d8" /><Relationship Type="http://schemas.openxmlformats.org/officeDocument/2006/relationships/extended-properties" Target="/docProps/app.xml" Id="Re952de5cfb514394" /><Relationship Type="http://schemas.openxmlformats.org/officeDocument/2006/relationships/officeDocument" Target="/ppt/presentation.xml" Id="R95493e35e32f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e60a6335df4c60"/>
  </p:sldMasterIdLst>
  <p:notesMasterIdLst>
    <p:notesMasterId xmlns:r="http://schemas.openxmlformats.org/officeDocument/2006/relationships" r:id="R0e1d143c02f740ab"/>
  </p:notesMasterIdLst>
  <p:sldIdLst>
    <p:sldId xmlns:r="http://schemas.openxmlformats.org/officeDocument/2006/relationships" id="256" r:id="Rd41313b6c02b41d0"/>
    <p:sldId xmlns:r="http://schemas.openxmlformats.org/officeDocument/2006/relationships" id="257" r:id="R7a591d196ca646e6"/>
    <p:sldId xmlns:r="http://schemas.openxmlformats.org/officeDocument/2006/relationships" id="258" r:id="Rc4a736a85b994242"/>
    <p:sldId xmlns:r="http://schemas.openxmlformats.org/officeDocument/2006/relationships" id="259" r:id="Rd1bf62d120b84140"/>
    <p:sldId xmlns:r="http://schemas.openxmlformats.org/officeDocument/2006/relationships" id="260" r:id="R88f1891878d9445d"/>
    <p:sldId xmlns:r="http://schemas.openxmlformats.org/officeDocument/2006/relationships" id="261" r:id="R1c25d1b1a3bf4a7a"/>
    <p:sldId xmlns:r="http://schemas.openxmlformats.org/officeDocument/2006/relationships" id="262" r:id="R420ff88c75e24f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a09fa01376414c" /><Relationship Type="http://schemas.openxmlformats.org/officeDocument/2006/relationships/slideMaster" Target="/ppt/slideMasters/slideMaster1.xml" Id="Rd3e60a6335df4c60" /><Relationship Type="http://schemas.openxmlformats.org/officeDocument/2006/relationships/notesMaster" Target="/ppt/notesMasters/notesMaster1.xml" Id="R0e1d143c02f740ab" /><Relationship Type="http://schemas.openxmlformats.org/officeDocument/2006/relationships/presProps" Target="/ppt/presProps.xml" Id="Rf831218729044313" /><Relationship Type="http://schemas.openxmlformats.org/officeDocument/2006/relationships/tableStyles" Target="/ppt/tableStyles.xml" Id="R97e2585d37db4a74" /><Relationship Type="http://schemas.openxmlformats.org/officeDocument/2006/relationships/slide" Target="/ppt/slides/slide1.xml" Id="Rd41313b6c02b41d0" /><Relationship Type="http://schemas.openxmlformats.org/officeDocument/2006/relationships/slide" Target="/ppt/slides/slide2.xml" Id="R7a591d196ca646e6" /><Relationship Type="http://schemas.openxmlformats.org/officeDocument/2006/relationships/slide" Target="/ppt/slides/slide3.xml" Id="Rc4a736a85b994242" /><Relationship Type="http://schemas.openxmlformats.org/officeDocument/2006/relationships/slide" Target="/ppt/slides/slide4.xml" Id="Rd1bf62d120b84140" /><Relationship Type="http://schemas.openxmlformats.org/officeDocument/2006/relationships/slide" Target="/ppt/slides/slide5.xml" Id="R88f1891878d9445d" /><Relationship Type="http://schemas.openxmlformats.org/officeDocument/2006/relationships/slide" Target="/ppt/slides/slide6.xml" Id="R1c25d1b1a3bf4a7a" /><Relationship Type="http://schemas.openxmlformats.org/officeDocument/2006/relationships/slide" Target="/ppt/slides/slide7.xml" Id="R420ff88c75e2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8cefcd1daa48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9ba1db78242a7" /><Relationship Type="http://schemas.openxmlformats.org/officeDocument/2006/relationships/notesMaster" Target="/ppt/notesMasters/notesMaster1.xml" Id="R81beb5bb700d4a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22947bec5443e2" /><Relationship Type="http://schemas.openxmlformats.org/officeDocument/2006/relationships/notesMaster" Target="/ppt/notesMasters/notesMaster1.xml" Id="R392b8d699e3a4a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571cea79024d0d" /><Relationship Type="http://schemas.openxmlformats.org/officeDocument/2006/relationships/notesMaster" Target="/ppt/notesMasters/notesMaster1.xml" Id="R95d34a8243eb44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7c35b1ba0f49e0" /><Relationship Type="http://schemas.openxmlformats.org/officeDocument/2006/relationships/notesMaster" Target="/ppt/notesMasters/notesMaster1.xml" Id="Rfd5a054323364e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4c296a0e064e0f" /><Relationship Type="http://schemas.openxmlformats.org/officeDocument/2006/relationships/notesMaster" Target="/ppt/notesMasters/notesMaster1.xml" Id="R68459f72bcb04a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25fe542e564a9e" /><Relationship Type="http://schemas.openxmlformats.org/officeDocument/2006/relationships/notesMaster" Target="/ppt/notesMasters/notesMaster1.xml" Id="R63f56b0c4851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eacba5e09d4e24" /><Relationship Type="http://schemas.openxmlformats.org/officeDocument/2006/relationships/notesMaster" Target="/ppt/notesMasters/notesMaster1.xml" Id="Ra5295224a14b4f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b3d4298f548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e2412e96145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ccdc07fb74c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dc249e69e46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29260814443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e165143e549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E6CD55-6DBA-4CEA-B1A6-30EC9439D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A7D82B-D89E-4AFA-BFF3-5EFEF22E1A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944152-33D1-4E4F-BCE8-C9D2FF445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1E0445-E542-4C10-9844-1A2827919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D71588-92E3-47E1-90D7-90ADC697A2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3EEAA4-EE19-40AF-90B0-A6E0FF0F9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E4E7B2-4DF5-4420-B455-E96143D6FA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603962-410B-4794-95EC-691BDAB326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9E25CD-8FE7-4212-AE14-C55C931AF5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8F36DD-1B6A-4C7C-96DF-7A4C185EFC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1210b7c36413d" /><Relationship Type="http://schemas.openxmlformats.org/officeDocument/2006/relationships/slideLayout" Target="/ppt/slideLayouts/slideLayout1.xml" Id="Rec59b91cb1864b57" /><Relationship Type="http://schemas.openxmlformats.org/officeDocument/2006/relationships/slideLayout" Target="/ppt/slideLayouts/slideLayout2.xml" Id="Rc1055bdb63ca45a6" /><Relationship Type="http://schemas.openxmlformats.org/officeDocument/2006/relationships/slideLayout" Target="/ppt/slideLayouts/slideLayout3.xml" Id="R9c7b564efb654173" /><Relationship Type="http://schemas.openxmlformats.org/officeDocument/2006/relationships/slideLayout" Target="/ppt/slideLayouts/slideLayout4.xml" Id="Ra3cc09c3b93849d1" /><Relationship Type="http://schemas.openxmlformats.org/officeDocument/2006/relationships/slideLayout" Target="/ppt/slideLayouts/slideLayout5.xml" Id="Rfd757138c69f4b16" /><Relationship Type="http://schemas.openxmlformats.org/officeDocument/2006/relationships/slideLayout" Target="/ppt/slideLayouts/slideLayout6.xml" Id="R4905686cbdba46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59b91cb1864b57"/>
    <p:sldLayoutId xmlns:r="http://schemas.openxmlformats.org/officeDocument/2006/relationships" id="2147483650" r:id="Rc1055bdb63ca45a6"/>
    <p:sldLayoutId xmlns:r="http://schemas.openxmlformats.org/officeDocument/2006/relationships" id="2147483651" r:id="R9c7b564efb654173"/>
    <p:sldLayoutId xmlns:r="http://schemas.openxmlformats.org/officeDocument/2006/relationships" id="2147483652" r:id="Ra3cc09c3b93849d1"/>
    <p:sldLayoutId xmlns:r="http://schemas.openxmlformats.org/officeDocument/2006/relationships" id="2147483653" r:id="Rfd757138c69f4b16"/>
    <p:sldLayoutId xmlns:r="http://schemas.openxmlformats.org/officeDocument/2006/relationships" id="2147483654" r:id="R4905686cbdba46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669bba11c426c" /><Relationship Type="http://schemas.openxmlformats.org/officeDocument/2006/relationships/notesSlide" Target="/ppt/notesSlides/notesSlide1.xml" Id="R177ba00fbfe64b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67dc60f514da7" /><Relationship Type="http://schemas.openxmlformats.org/officeDocument/2006/relationships/image" Target="/ppt/media/image.png" Id="Rf1716d01aadc4fa2" /><Relationship Type="http://schemas.openxmlformats.org/officeDocument/2006/relationships/notesSlide" Target="/ppt/notesSlides/notesSlide2.xml" Id="Rad774be94b484e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356456fcc433a" /><Relationship Type="http://schemas.openxmlformats.org/officeDocument/2006/relationships/notesSlide" Target="/ppt/notesSlides/notesSlide3.xml" Id="R1abe44f9e0c0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7d7bdf26b4ca9" /><Relationship Type="http://schemas.openxmlformats.org/officeDocument/2006/relationships/notesSlide" Target="/ppt/notesSlides/notesSlide4.xml" Id="R959d95ee8ee348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ec207ad0c407a" /><Relationship Type="http://schemas.openxmlformats.org/officeDocument/2006/relationships/image" Target="/ppt/media/image2.png" Id="Rcde2f67d59f34280" /><Relationship Type="http://schemas.openxmlformats.org/officeDocument/2006/relationships/notesSlide" Target="/ppt/notesSlides/notesSlide5.xml" Id="Rea188374b0044d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a0129962947fd" /><Relationship Type="http://schemas.openxmlformats.org/officeDocument/2006/relationships/image" Target="/ppt/media/image3.png" Id="R28533ffb00844c78" /><Relationship Type="http://schemas.openxmlformats.org/officeDocument/2006/relationships/notesSlide" Target="/ppt/notesSlides/notesSlide6.xml" Id="Rbd4d38010e544f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1eb7f73414871" /><Relationship Type="http://schemas.openxmlformats.org/officeDocument/2006/relationships/notesSlide" Target="/ppt/notesSlides/notesSlide7.xml" Id="R3e090c28f8dd43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57A20-F97C-42F2-9F81-CDF9E801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0C48F"/>
                </a:solidFill>
              </a:defRPr>
            </a:defPPr>
            <a:lvl1pPr>
              <a:defRPr sz="3600" b="1">
                <a:solidFill>
                  <a:srgbClr val="F0C48F"/>
                </a:solidFill>
              </a:defRPr>
            </a:lvl1pPr>
            <a:lvl2pPr>
              <a:defRPr sz="3600" b="1">
                <a:solidFill>
                  <a:srgbClr val="F0C48F"/>
                </a:solidFill>
              </a:defRPr>
            </a:lvl2pPr>
            <a:lvl3pPr>
              <a:defRPr sz="3600" b="1">
                <a:solidFill>
                  <a:srgbClr val="F0C48F"/>
                </a:solidFill>
              </a:defRPr>
            </a:lvl3pPr>
            <a:lvl4pPr>
              <a:defRPr sz="3600" b="1">
                <a:solidFill>
                  <a:srgbClr val="F0C48F"/>
                </a:solidFill>
              </a:defRPr>
            </a:lvl4pPr>
            <a:lvl5pPr>
              <a:defRPr sz="3600" b="1">
                <a:solidFill>
                  <a:srgbClr val="F0C48F"/>
                </a:solidFill>
              </a:defRPr>
            </a:lvl5pPr>
            <a:lvl6pPr>
              <a:defRPr sz="3600" b="1">
                <a:solidFill>
                  <a:srgbClr val="F0C48F"/>
                </a:solidFill>
              </a:defRPr>
            </a:lvl6pPr>
            <a:lvl7pPr>
              <a:defRPr sz="3600" b="1">
                <a:solidFill>
                  <a:srgbClr val="F0C48F"/>
                </a:solidFill>
              </a:defRPr>
            </a:lvl7pPr>
            <a:lvl8pPr>
              <a:defRPr sz="3600" b="1">
                <a:solidFill>
                  <a:srgbClr val="F0C48F"/>
                </a:solidFill>
              </a:defRPr>
            </a:lvl8pPr>
            <a:lvl9pPr>
              <a:defRPr sz="3600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0C48F"/>
                </a:solidFill>
              </a:defRPr>
            </a:pPr>
            <a:r>
              <a:rPr sz="3600" b="1">
                <a:solidFill>
                  <a:srgbClr val="F0C48F"/>
                </a:solidFill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5D767-E087-4C26-AC77-21CC38AD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858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northstar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C6DFE-BD91-4E89-BCF4-9D5CC4CA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8BDB7"/>
                </a:solidFill>
              </a:defRPr>
            </a:defPPr>
            <a:lvl1pPr>
              <a:defRPr sz="1050" b="1">
                <a:solidFill>
                  <a:srgbClr val="A8BDB7"/>
                </a:solidFill>
              </a:defRPr>
            </a:lvl1pPr>
            <a:lvl2pPr>
              <a:defRPr sz="1050" b="1">
                <a:solidFill>
                  <a:srgbClr val="A8BDB7"/>
                </a:solidFill>
              </a:defRPr>
            </a:lvl2pPr>
            <a:lvl3pPr>
              <a:defRPr sz="1050" b="1">
                <a:solidFill>
                  <a:srgbClr val="A8BDB7"/>
                </a:solidFill>
              </a:defRPr>
            </a:lvl3pPr>
            <a:lvl4pPr>
              <a:defRPr sz="1050" b="1">
                <a:solidFill>
                  <a:srgbClr val="A8BDB7"/>
                </a:solidFill>
              </a:defRPr>
            </a:lvl4pPr>
            <a:lvl5pPr>
              <a:defRPr sz="1050" b="1">
                <a:solidFill>
                  <a:srgbClr val="A8BDB7"/>
                </a:solidFill>
              </a:defRPr>
            </a:lvl5pPr>
            <a:lvl6pPr>
              <a:defRPr sz="1050" b="1">
                <a:solidFill>
                  <a:srgbClr val="A8BDB7"/>
                </a:solidFill>
              </a:defRPr>
            </a:lvl6pPr>
            <a:lvl7pPr>
              <a:defRPr sz="1050" b="1">
                <a:solidFill>
                  <a:srgbClr val="A8BDB7"/>
                </a:solidFill>
              </a:defRPr>
            </a:lvl7pPr>
            <a:lvl8pPr>
              <a:defRPr sz="1050" b="1">
                <a:solidFill>
                  <a:srgbClr val="A8BDB7"/>
                </a:solidFill>
              </a:defRPr>
            </a:lvl8pPr>
            <a:lvl9pPr>
              <a:defRPr sz="1050" b="1">
                <a:solidFill>
                  <a:srgbClr val="A8BDB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8BDB7"/>
                </a:solidFill>
              </a:defRPr>
            </a:pPr>
            <a:r>
              <a:rPr sz="1050" b="1">
                <a:solidFill>
                  <a:srgbClr val="A8BDB7"/>
                </a:solidFill>
              </a:rPr>
              <a:t>PROJECT PURCHASE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FCCC1-3EEA-4EDD-A8F5-1E256B72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</a:defRPr>
            </a:defPPr>
            <a:lvl1pPr>
              <a:defRPr sz="5100" b="1">
                <a:solidFill>
                  <a:srgbClr val="FFFFFF"/>
                </a:solidFill>
              </a:defRPr>
            </a:lvl1pPr>
            <a:lvl2pPr>
              <a:defRPr sz="5100" b="1">
                <a:solidFill>
                  <a:srgbClr val="FFFFFF"/>
                </a:solidFill>
              </a:defRPr>
            </a:lvl2pPr>
            <a:lvl3pPr>
              <a:defRPr sz="5100" b="1">
                <a:solidFill>
                  <a:srgbClr val="FFFFFF"/>
                </a:solidFill>
              </a:defRPr>
            </a:lvl3pPr>
            <a:lvl4pPr>
              <a:defRPr sz="5100" b="1">
                <a:solidFill>
                  <a:srgbClr val="FFFFFF"/>
                </a:solidFill>
              </a:defRPr>
            </a:lvl4pPr>
            <a:lvl5pPr>
              <a:defRPr sz="5100" b="1">
                <a:solidFill>
                  <a:srgbClr val="FFFFFF"/>
                </a:solidFill>
              </a:defRPr>
            </a:lvl5pPr>
            <a:lvl6pPr>
              <a:defRPr sz="5100" b="1">
                <a:solidFill>
                  <a:srgbClr val="FFFFFF"/>
                </a:solidFill>
              </a:defRPr>
            </a:lvl6pPr>
            <a:lvl7pPr>
              <a:defRPr sz="5100" b="1">
                <a:solidFill>
                  <a:srgbClr val="FFFFFF"/>
                </a:solidFill>
              </a:defRPr>
            </a:lvl7pPr>
            <a:lvl8pPr>
              <a:defRPr sz="5100" b="1">
                <a:solidFill>
                  <a:srgbClr val="FFFFFF"/>
                </a:solidFill>
              </a:defRPr>
            </a:lvl8pPr>
            <a:lvl9pPr>
              <a:defRPr sz="5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Every project purchase,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accounted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A75B3-695C-4AC9-9755-4B11B574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D0CA"/>
                </a:solidFill>
              </a:defRPr>
            </a:defPPr>
            <a:lvl1pPr>
              <a:defRPr sz="1800" b="0">
                <a:solidFill>
                  <a:srgbClr val="BDD0CA"/>
                </a:solidFill>
              </a:defRPr>
            </a:lvl1pPr>
            <a:lvl2pPr>
              <a:defRPr sz="1800" b="0">
                <a:solidFill>
                  <a:srgbClr val="BDD0CA"/>
                </a:solidFill>
              </a:defRPr>
            </a:lvl2pPr>
            <a:lvl3pPr>
              <a:defRPr sz="1800" b="0">
                <a:solidFill>
                  <a:srgbClr val="BDD0CA"/>
                </a:solidFill>
              </a:defRPr>
            </a:lvl3pPr>
            <a:lvl4pPr>
              <a:defRPr sz="1800" b="0">
                <a:solidFill>
                  <a:srgbClr val="BDD0CA"/>
                </a:solidFill>
              </a:defRPr>
            </a:lvl4pPr>
            <a:lvl5pPr>
              <a:defRPr sz="1800" b="0">
                <a:solidFill>
                  <a:srgbClr val="BDD0CA"/>
                </a:solidFill>
              </a:defRPr>
            </a:lvl5pPr>
            <a:lvl6pPr>
              <a:defRPr sz="1800" b="0">
                <a:solidFill>
                  <a:srgbClr val="BDD0CA"/>
                </a:solidFill>
              </a:defRPr>
            </a:lvl6pPr>
            <a:lvl7pPr>
              <a:defRPr sz="1800" b="0">
                <a:solidFill>
                  <a:srgbClr val="BDD0CA"/>
                </a:solidFill>
              </a:defRPr>
            </a:lvl7pPr>
            <a:lvl8pPr>
              <a:defRPr sz="1800" b="0">
                <a:solidFill>
                  <a:srgbClr val="BDD0CA"/>
                </a:solidFill>
              </a:defRPr>
            </a:lvl8pPr>
            <a:lvl9pPr>
              <a:defRPr sz="1800" b="0">
                <a:solidFill>
                  <a:srgbClr val="BDD0C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DD0CA"/>
                </a:solidFill>
              </a:defRPr>
            </a:pPr>
            <a:r>
              <a:rPr sz="1800" b="0">
                <a:solidFill>
                  <a:srgbClr val="BDD0CA"/>
                </a:solidFill>
              </a:rPr>
              <a:t>A lightweight system that connects spending to the person, purpose, and project behind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D5824-A2F6-4186-AA44-3FC465F4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19150"/>
            <a:ext cx="17145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C4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5A5CA-A5DB-4AA3-BDC3-5098C2E9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123950"/>
            <a:ext cx="85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173F35"/>
                </a:solidFill>
              </a:defRPr>
            </a:defPPr>
            <a:lvl1pPr>
              <a:defRPr sz="5400" b="1">
                <a:solidFill>
                  <a:srgbClr val="173F35"/>
                </a:solidFill>
              </a:defRPr>
            </a:lvl1pPr>
            <a:lvl2pPr>
              <a:defRPr sz="5400" b="1">
                <a:solidFill>
                  <a:srgbClr val="173F35"/>
                </a:solidFill>
              </a:defRPr>
            </a:lvl2pPr>
            <a:lvl3pPr>
              <a:defRPr sz="5400" b="1">
                <a:solidFill>
                  <a:srgbClr val="173F35"/>
                </a:solidFill>
              </a:defRPr>
            </a:lvl3pPr>
            <a:lvl4pPr>
              <a:defRPr sz="5400" b="1">
                <a:solidFill>
                  <a:srgbClr val="173F35"/>
                </a:solidFill>
              </a:defRPr>
            </a:lvl4pPr>
            <a:lvl5pPr>
              <a:defRPr sz="5400" b="1">
                <a:solidFill>
                  <a:srgbClr val="173F35"/>
                </a:solidFill>
              </a:defRPr>
            </a:lvl5pPr>
            <a:lvl6pPr>
              <a:defRPr sz="5400" b="1">
                <a:solidFill>
                  <a:srgbClr val="173F35"/>
                </a:solidFill>
              </a:defRPr>
            </a:lvl6pPr>
            <a:lvl7pPr>
              <a:defRPr sz="5400" b="1">
                <a:solidFill>
                  <a:srgbClr val="173F35"/>
                </a:solidFill>
              </a:defRPr>
            </a:lvl7pPr>
            <a:lvl8pPr>
              <a:defRPr sz="5400" b="1">
                <a:solidFill>
                  <a:srgbClr val="173F35"/>
                </a:solidFill>
              </a:defRPr>
            </a:lvl8pPr>
            <a:lvl9pPr>
              <a:defRPr sz="5400" b="1">
                <a:solidFill>
                  <a:srgbClr val="173F35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173F35"/>
                </a:solidFill>
              </a:defRPr>
            </a:pPr>
            <a:r>
              <a:rPr sz="5400" b="1">
                <a:solidFill>
                  <a:srgbClr val="173F35"/>
                </a:solidFill>
              </a:rPr>
              <a:t>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3BF43-25D0-4FBD-83FC-E4336CFC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A8BDB7"/>
                </a:solidFill>
              </a:defRPr>
            </a:defPPr>
            <a:lvl1pPr>
              <a:defRPr sz="900" b="1">
                <a:solidFill>
                  <a:srgbClr val="A8BDB7"/>
                </a:solidFill>
              </a:defRPr>
            </a:lvl1pPr>
            <a:lvl2pPr>
              <a:defRPr sz="900" b="1">
                <a:solidFill>
                  <a:srgbClr val="A8BDB7"/>
                </a:solidFill>
              </a:defRPr>
            </a:lvl2pPr>
            <a:lvl3pPr>
              <a:defRPr sz="900" b="1">
                <a:solidFill>
                  <a:srgbClr val="A8BDB7"/>
                </a:solidFill>
              </a:defRPr>
            </a:lvl3pPr>
            <a:lvl4pPr>
              <a:defRPr sz="900" b="1">
                <a:solidFill>
                  <a:srgbClr val="A8BDB7"/>
                </a:solidFill>
              </a:defRPr>
            </a:lvl4pPr>
            <a:lvl5pPr>
              <a:defRPr sz="900" b="1">
                <a:solidFill>
                  <a:srgbClr val="A8BDB7"/>
                </a:solidFill>
              </a:defRPr>
            </a:lvl5pPr>
            <a:lvl6pPr>
              <a:defRPr sz="900" b="1">
                <a:solidFill>
                  <a:srgbClr val="A8BDB7"/>
                </a:solidFill>
              </a:defRPr>
            </a:lvl6pPr>
            <a:lvl7pPr>
              <a:defRPr sz="900" b="1">
                <a:solidFill>
                  <a:srgbClr val="A8BDB7"/>
                </a:solidFill>
              </a:defRPr>
            </a:lvl7pPr>
            <a:lvl8pPr>
              <a:defRPr sz="900" b="1">
                <a:solidFill>
                  <a:srgbClr val="A8BDB7"/>
                </a:solidFill>
              </a:defRPr>
            </a:lvl8pPr>
            <a:lvl9pPr>
              <a:defRPr sz="900" b="1">
                <a:solidFill>
                  <a:srgbClr val="A8BDB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DB7"/>
                </a:solidFill>
              </a:defRPr>
            </a:pPr>
            <a:r>
              <a:rPr sz="900" b="1">
                <a:solidFill>
                  <a:srgbClr val="A8BDB7"/>
                </a:solidFill>
              </a:rPr>
              <a:t>PITCH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29388-5E84-4993-A47A-420F1B88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6A39B"/>
                </a:solidFill>
              </a:defRPr>
            </a:defPPr>
            <a:lvl1pPr>
              <a:defRPr sz="750" b="1">
                <a:solidFill>
                  <a:srgbClr val="86A39B"/>
                </a:solidFill>
              </a:defRPr>
            </a:lvl1pPr>
            <a:lvl2pPr>
              <a:defRPr sz="750" b="1">
                <a:solidFill>
                  <a:srgbClr val="86A39B"/>
                </a:solidFill>
              </a:defRPr>
            </a:lvl2pPr>
            <a:lvl3pPr>
              <a:defRPr sz="750" b="1">
                <a:solidFill>
                  <a:srgbClr val="86A39B"/>
                </a:solidFill>
              </a:defRPr>
            </a:lvl3pPr>
            <a:lvl4pPr>
              <a:defRPr sz="750" b="1">
                <a:solidFill>
                  <a:srgbClr val="86A39B"/>
                </a:solidFill>
              </a:defRPr>
            </a:lvl4pPr>
            <a:lvl5pPr>
              <a:defRPr sz="750" b="1">
                <a:solidFill>
                  <a:srgbClr val="86A39B"/>
                </a:solidFill>
              </a:defRPr>
            </a:lvl5pPr>
            <a:lvl6pPr>
              <a:defRPr sz="750" b="1">
                <a:solidFill>
                  <a:srgbClr val="86A39B"/>
                </a:solidFill>
              </a:defRPr>
            </a:lvl6pPr>
            <a:lvl7pPr>
              <a:defRPr sz="750" b="1">
                <a:solidFill>
                  <a:srgbClr val="86A39B"/>
                </a:solidFill>
              </a:defRPr>
            </a:lvl7pPr>
            <a:lvl8pPr>
              <a:defRPr sz="750" b="1">
                <a:solidFill>
                  <a:srgbClr val="86A39B"/>
                </a:solidFill>
              </a:defRPr>
            </a:lvl8pPr>
            <a:lvl9pPr>
              <a:defRPr sz="750" b="1">
                <a:solidFill>
                  <a:srgbClr val="86A39B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6A39B"/>
                </a:solidFill>
              </a:defRPr>
            </a:pPr>
            <a:r>
              <a:rPr sz="750" b="1">
                <a:solidFill>
                  <a:srgbClr val="86A39B"/>
                </a:solidFill>
              </a:rPr>
              <a:t>NORTHSTAR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C07BC-DE3A-4BBB-AC8E-DA4C0D0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6A39B"/>
                </a:solidFill>
              </a:defRPr>
            </a:defPPr>
            <a:lvl1pPr>
              <a:defRPr sz="750" b="1">
                <a:solidFill>
                  <a:srgbClr val="86A39B"/>
                </a:solidFill>
              </a:defRPr>
            </a:lvl1pPr>
            <a:lvl2pPr>
              <a:defRPr sz="750" b="1">
                <a:solidFill>
                  <a:srgbClr val="86A39B"/>
                </a:solidFill>
              </a:defRPr>
            </a:lvl2pPr>
            <a:lvl3pPr>
              <a:defRPr sz="750" b="1">
                <a:solidFill>
                  <a:srgbClr val="86A39B"/>
                </a:solidFill>
              </a:defRPr>
            </a:lvl3pPr>
            <a:lvl4pPr>
              <a:defRPr sz="750" b="1">
                <a:solidFill>
                  <a:srgbClr val="86A39B"/>
                </a:solidFill>
              </a:defRPr>
            </a:lvl4pPr>
            <a:lvl5pPr>
              <a:defRPr sz="750" b="1">
                <a:solidFill>
                  <a:srgbClr val="86A39B"/>
                </a:solidFill>
              </a:defRPr>
            </a:lvl5pPr>
            <a:lvl6pPr>
              <a:defRPr sz="750" b="1">
                <a:solidFill>
                  <a:srgbClr val="86A39B"/>
                </a:solidFill>
              </a:defRPr>
            </a:lvl6pPr>
            <a:lvl7pPr>
              <a:defRPr sz="750" b="1">
                <a:solidFill>
                  <a:srgbClr val="86A39B"/>
                </a:solidFill>
              </a:defRPr>
            </a:lvl7pPr>
            <a:lvl8pPr>
              <a:defRPr sz="750" b="1">
                <a:solidFill>
                  <a:srgbClr val="86A39B"/>
                </a:solidFill>
              </a:defRPr>
            </a:lvl8pPr>
            <a:lvl9pPr>
              <a:defRPr sz="750" b="1">
                <a:solidFill>
                  <a:srgbClr val="86A39B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6A39B"/>
                </a:solidFill>
              </a:defRPr>
            </a:pPr>
            <a:r>
              <a:rPr sz="750" b="1">
                <a:solidFill>
                  <a:srgbClr val="86A39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3231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0FE23-02BA-4D43-9E1F-78DBB82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5D50"/>
                </a:solidFill>
              </a:defRPr>
            </a:defPPr>
            <a:lvl1pPr>
              <a:defRPr sz="975" b="1">
                <a:solidFill>
                  <a:srgbClr val="285D50"/>
                </a:solidFill>
              </a:defRPr>
            </a:lvl1pPr>
            <a:lvl2pPr>
              <a:defRPr sz="975" b="1">
                <a:solidFill>
                  <a:srgbClr val="285D50"/>
                </a:solidFill>
              </a:defRPr>
            </a:lvl2pPr>
            <a:lvl3pPr>
              <a:defRPr sz="975" b="1">
                <a:solidFill>
                  <a:srgbClr val="285D50"/>
                </a:solidFill>
              </a:defRPr>
            </a:lvl3pPr>
            <a:lvl4pPr>
              <a:defRPr sz="975" b="1">
                <a:solidFill>
                  <a:srgbClr val="285D50"/>
                </a:solidFill>
              </a:defRPr>
            </a:lvl4pPr>
            <a:lvl5pPr>
              <a:defRPr sz="975" b="1">
                <a:solidFill>
                  <a:srgbClr val="285D50"/>
                </a:solidFill>
              </a:defRPr>
            </a:lvl5pPr>
            <a:lvl6pPr>
              <a:defRPr sz="975" b="1">
                <a:solidFill>
                  <a:srgbClr val="285D50"/>
                </a:solidFill>
              </a:defRPr>
            </a:lvl6pPr>
            <a:lvl7pPr>
              <a:defRPr sz="975" b="1">
                <a:solidFill>
                  <a:srgbClr val="285D50"/>
                </a:solidFill>
              </a:defRPr>
            </a:lvl7pPr>
            <a:lvl8pPr>
              <a:defRPr sz="975" b="1">
                <a:solidFill>
                  <a:srgbClr val="285D50"/>
                </a:solidFill>
              </a:defRPr>
            </a:lvl8pPr>
            <a:lvl9pPr>
              <a:defRPr sz="975" b="1">
                <a:solidFill>
                  <a:srgbClr val="285D5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5D50"/>
                </a:solidFill>
              </a:defRPr>
            </a:pPr>
            <a:r>
              <a:rPr sz="975" b="1">
                <a:solidFill>
                  <a:srgbClr val="285D5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87A5C-77E3-4D02-9501-ABF4121F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1807B"/>
                </a:solidFill>
              </a:defRPr>
            </a:defPPr>
            <a:lvl1pPr>
              <a:defRPr sz="975" b="1">
                <a:solidFill>
                  <a:srgbClr val="71807B"/>
                </a:solidFill>
              </a:defRPr>
            </a:lvl1pPr>
            <a:lvl2pPr>
              <a:defRPr sz="975" b="1">
                <a:solidFill>
                  <a:srgbClr val="71807B"/>
                </a:solidFill>
              </a:defRPr>
            </a:lvl2pPr>
            <a:lvl3pPr>
              <a:defRPr sz="975" b="1">
                <a:solidFill>
                  <a:srgbClr val="71807B"/>
                </a:solidFill>
              </a:defRPr>
            </a:lvl3pPr>
            <a:lvl4pPr>
              <a:defRPr sz="975" b="1">
                <a:solidFill>
                  <a:srgbClr val="71807B"/>
                </a:solidFill>
              </a:defRPr>
            </a:lvl4pPr>
            <a:lvl5pPr>
              <a:defRPr sz="975" b="1">
                <a:solidFill>
                  <a:srgbClr val="71807B"/>
                </a:solidFill>
              </a:defRPr>
            </a:lvl5pPr>
            <a:lvl6pPr>
              <a:defRPr sz="975" b="1">
                <a:solidFill>
                  <a:srgbClr val="71807B"/>
                </a:solidFill>
              </a:defRPr>
            </a:lvl6pPr>
            <a:lvl7pPr>
              <a:defRPr sz="975" b="1">
                <a:solidFill>
                  <a:srgbClr val="71807B"/>
                </a:solidFill>
              </a:defRPr>
            </a:lvl7pPr>
            <a:lvl8pPr>
              <a:defRPr sz="975" b="1">
                <a:solidFill>
                  <a:srgbClr val="71807B"/>
                </a:solidFill>
              </a:defRPr>
            </a:lvl8pPr>
            <a:lvl9pPr>
              <a:defRPr sz="975" b="1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1807B"/>
                </a:solidFill>
              </a:defRPr>
            </a:pPr>
            <a:r>
              <a:rPr sz="975" b="1">
                <a:solidFill>
                  <a:srgbClr val="71807B"/>
                </a:solidFill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DB7FD-33C3-4AFF-B07C-8CEE611B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00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723"/>
                </a:solidFill>
              </a:defRPr>
            </a:defPPr>
            <a:lvl1pPr>
              <a:defRPr sz="3300" b="1">
                <a:solidFill>
                  <a:srgbClr val="182723"/>
                </a:solidFill>
              </a:defRPr>
            </a:lvl1pPr>
            <a:lvl2pPr>
              <a:defRPr sz="3300" b="1">
                <a:solidFill>
                  <a:srgbClr val="182723"/>
                </a:solidFill>
              </a:defRPr>
            </a:lvl2pPr>
            <a:lvl3pPr>
              <a:defRPr sz="3300" b="1">
                <a:solidFill>
                  <a:srgbClr val="182723"/>
                </a:solidFill>
              </a:defRPr>
            </a:lvl3pPr>
            <a:lvl4pPr>
              <a:defRPr sz="3300" b="1">
                <a:solidFill>
                  <a:srgbClr val="182723"/>
                </a:solidFill>
              </a:defRPr>
            </a:lvl4pPr>
            <a:lvl5pPr>
              <a:defRPr sz="3300" b="1">
                <a:solidFill>
                  <a:srgbClr val="182723"/>
                </a:solidFill>
              </a:defRPr>
            </a:lvl5pPr>
            <a:lvl6pPr>
              <a:defRPr sz="3300" b="1">
                <a:solidFill>
                  <a:srgbClr val="182723"/>
                </a:solidFill>
              </a:defRPr>
            </a:lvl6pPr>
            <a:lvl7pPr>
              <a:defRPr sz="3300" b="1">
                <a:solidFill>
                  <a:srgbClr val="182723"/>
                </a:solidFill>
              </a:defRPr>
            </a:lvl7pPr>
            <a:lvl8pPr>
              <a:defRPr sz="3300" b="1">
                <a:solidFill>
                  <a:srgbClr val="182723"/>
                </a:solidFill>
              </a:defRPr>
            </a:lvl8pPr>
            <a:lvl9pPr>
              <a:defRPr sz="330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723"/>
                </a:solidFill>
              </a:defRPr>
            </a:pPr>
            <a:r>
              <a:rPr sz="3300" b="1">
                <a:solidFill>
                  <a:srgbClr val="182723"/>
                </a:solidFill>
              </a:rPr>
              <a:t>Project spending loses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A9947-6923-43B5-B7F3-53B882E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1807B"/>
                </a:solidFill>
              </a:defRPr>
            </a:defPPr>
            <a:lvl1pPr>
              <a:defRPr sz="1500" b="0">
                <a:solidFill>
                  <a:srgbClr val="71807B"/>
                </a:solidFill>
              </a:defRPr>
            </a:lvl1pPr>
            <a:lvl2pPr>
              <a:defRPr sz="1500" b="0">
                <a:solidFill>
                  <a:srgbClr val="71807B"/>
                </a:solidFill>
              </a:defRPr>
            </a:lvl2pPr>
            <a:lvl3pPr>
              <a:defRPr sz="1500" b="0">
                <a:solidFill>
                  <a:srgbClr val="71807B"/>
                </a:solidFill>
              </a:defRPr>
            </a:lvl3pPr>
            <a:lvl4pPr>
              <a:defRPr sz="1500" b="0">
                <a:solidFill>
                  <a:srgbClr val="71807B"/>
                </a:solidFill>
              </a:defRPr>
            </a:lvl4pPr>
            <a:lvl5pPr>
              <a:defRPr sz="1500" b="0">
                <a:solidFill>
                  <a:srgbClr val="71807B"/>
                </a:solidFill>
              </a:defRPr>
            </a:lvl5pPr>
            <a:lvl6pPr>
              <a:defRPr sz="1500" b="0">
                <a:solidFill>
                  <a:srgbClr val="71807B"/>
                </a:solidFill>
              </a:defRPr>
            </a:lvl6pPr>
            <a:lvl7pPr>
              <a:defRPr sz="1500" b="0">
                <a:solidFill>
                  <a:srgbClr val="71807B"/>
                </a:solidFill>
              </a:defRPr>
            </a:lvl7pPr>
            <a:lvl8pPr>
              <a:defRPr sz="1500" b="0">
                <a:solidFill>
                  <a:srgbClr val="71807B"/>
                </a:solidFill>
              </a:defRPr>
            </a:lvl8pPr>
            <a:lvl9pPr>
              <a:defRPr sz="1500" b="0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1807B"/>
                </a:solidFill>
              </a:defRPr>
            </a:pPr>
            <a:r>
              <a:rPr sz="1500" b="0">
                <a:solidFill>
                  <a:srgbClr val="71807B"/>
                </a:solidFill>
              </a:rPr>
              <a:t>Receipts show the amount, but they miss the full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AAD28-B917-4A05-973E-C7E8068E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A1761-C293-46DB-9110-2B0DA032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5D50"/>
                </a:solidFill>
              </a:defRPr>
            </a:defPPr>
            <a:lvl1pPr>
              <a:defRPr sz="975" b="1">
                <a:solidFill>
                  <a:srgbClr val="285D50"/>
                </a:solidFill>
              </a:defRPr>
            </a:lvl1pPr>
            <a:lvl2pPr>
              <a:defRPr sz="975" b="1">
                <a:solidFill>
                  <a:srgbClr val="285D50"/>
                </a:solidFill>
              </a:defRPr>
            </a:lvl2pPr>
            <a:lvl3pPr>
              <a:defRPr sz="975" b="1">
                <a:solidFill>
                  <a:srgbClr val="285D50"/>
                </a:solidFill>
              </a:defRPr>
            </a:lvl3pPr>
            <a:lvl4pPr>
              <a:defRPr sz="975" b="1">
                <a:solidFill>
                  <a:srgbClr val="285D50"/>
                </a:solidFill>
              </a:defRPr>
            </a:lvl4pPr>
            <a:lvl5pPr>
              <a:defRPr sz="975" b="1">
                <a:solidFill>
                  <a:srgbClr val="285D50"/>
                </a:solidFill>
              </a:defRPr>
            </a:lvl5pPr>
            <a:lvl6pPr>
              <a:defRPr sz="975" b="1">
                <a:solidFill>
                  <a:srgbClr val="285D50"/>
                </a:solidFill>
              </a:defRPr>
            </a:lvl6pPr>
            <a:lvl7pPr>
              <a:defRPr sz="975" b="1">
                <a:solidFill>
                  <a:srgbClr val="285D50"/>
                </a:solidFill>
              </a:defRPr>
            </a:lvl7pPr>
            <a:lvl8pPr>
              <a:defRPr sz="975" b="1">
                <a:solidFill>
                  <a:srgbClr val="285D50"/>
                </a:solidFill>
              </a:defRPr>
            </a:lvl8pPr>
            <a:lvl9pPr>
              <a:defRPr sz="975" b="1">
                <a:solidFill>
                  <a:srgbClr val="285D5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5D50"/>
                </a:solidFill>
              </a:defRPr>
            </a:pPr>
            <a:r>
              <a:rPr sz="975" b="1">
                <a:solidFill>
                  <a:srgbClr val="285D50"/>
                </a:solidFill>
              </a:rPr>
              <a:t>WHO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2D737-515E-4636-A89D-11B1F0A5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622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2723"/>
                </a:solidFill>
              </a:defRPr>
            </a:defPPr>
            <a:lvl1pPr>
              <a:defRPr sz="1500" b="1">
                <a:solidFill>
                  <a:srgbClr val="182723"/>
                </a:solidFill>
              </a:defRPr>
            </a:lvl1pPr>
            <a:lvl2pPr>
              <a:defRPr sz="1500" b="1">
                <a:solidFill>
                  <a:srgbClr val="182723"/>
                </a:solidFill>
              </a:defRPr>
            </a:lvl2pPr>
            <a:lvl3pPr>
              <a:defRPr sz="1500" b="1">
                <a:solidFill>
                  <a:srgbClr val="182723"/>
                </a:solidFill>
              </a:defRPr>
            </a:lvl3pPr>
            <a:lvl4pPr>
              <a:defRPr sz="1500" b="1">
                <a:solidFill>
                  <a:srgbClr val="182723"/>
                </a:solidFill>
              </a:defRPr>
            </a:lvl4pPr>
            <a:lvl5pPr>
              <a:defRPr sz="1500" b="1">
                <a:solidFill>
                  <a:srgbClr val="182723"/>
                </a:solidFill>
              </a:defRPr>
            </a:lvl5pPr>
            <a:lvl6pPr>
              <a:defRPr sz="1500" b="1">
                <a:solidFill>
                  <a:srgbClr val="182723"/>
                </a:solidFill>
              </a:defRPr>
            </a:lvl6pPr>
            <a:lvl7pPr>
              <a:defRPr sz="1500" b="1">
                <a:solidFill>
                  <a:srgbClr val="182723"/>
                </a:solidFill>
              </a:defRPr>
            </a:lvl7pPr>
            <a:lvl8pPr>
              <a:defRPr sz="1500" b="1">
                <a:solidFill>
                  <a:srgbClr val="182723"/>
                </a:solidFill>
              </a:defRPr>
            </a:lvl8pPr>
            <a:lvl9pPr>
              <a:defRPr sz="150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2723"/>
                </a:solidFill>
              </a:defRPr>
            </a:pPr>
            <a:r>
              <a:rPr sz="1500" b="1">
                <a:solidFill>
                  <a:srgbClr val="182723"/>
                </a:solidFill>
              </a:rPr>
              <a:t>The purchaser gets separated from the expense.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DD274-E133-4D39-80BC-D8D5522E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5D50"/>
                </a:solidFill>
              </a:defRPr>
            </a:defPPr>
            <a:lvl1pPr>
              <a:defRPr sz="975" b="1">
                <a:solidFill>
                  <a:srgbClr val="285D50"/>
                </a:solidFill>
              </a:defRPr>
            </a:lvl1pPr>
            <a:lvl2pPr>
              <a:defRPr sz="975" b="1">
                <a:solidFill>
                  <a:srgbClr val="285D50"/>
                </a:solidFill>
              </a:defRPr>
            </a:lvl2pPr>
            <a:lvl3pPr>
              <a:defRPr sz="975" b="1">
                <a:solidFill>
                  <a:srgbClr val="285D50"/>
                </a:solidFill>
              </a:defRPr>
            </a:lvl3pPr>
            <a:lvl4pPr>
              <a:defRPr sz="975" b="1">
                <a:solidFill>
                  <a:srgbClr val="285D50"/>
                </a:solidFill>
              </a:defRPr>
            </a:lvl4pPr>
            <a:lvl5pPr>
              <a:defRPr sz="975" b="1">
                <a:solidFill>
                  <a:srgbClr val="285D50"/>
                </a:solidFill>
              </a:defRPr>
            </a:lvl5pPr>
            <a:lvl6pPr>
              <a:defRPr sz="975" b="1">
                <a:solidFill>
                  <a:srgbClr val="285D50"/>
                </a:solidFill>
              </a:defRPr>
            </a:lvl6pPr>
            <a:lvl7pPr>
              <a:defRPr sz="975" b="1">
                <a:solidFill>
                  <a:srgbClr val="285D50"/>
                </a:solidFill>
              </a:defRPr>
            </a:lvl7pPr>
            <a:lvl8pPr>
              <a:defRPr sz="975" b="1">
                <a:solidFill>
                  <a:srgbClr val="285D50"/>
                </a:solidFill>
              </a:defRPr>
            </a:lvl8pPr>
            <a:lvl9pPr>
              <a:defRPr sz="975" b="1">
                <a:solidFill>
                  <a:srgbClr val="285D5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5D50"/>
                </a:solidFill>
              </a:defRPr>
            </a:pPr>
            <a:r>
              <a:rPr sz="975" b="1">
                <a:solidFill>
                  <a:srgbClr val="285D50"/>
                </a:solidFill>
              </a:rPr>
              <a:t>WHY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99EFC-D5F2-40E9-8524-9C6AA65F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052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2723"/>
                </a:solidFill>
              </a:defRPr>
            </a:defPPr>
            <a:lvl1pPr>
              <a:defRPr sz="1500" b="0">
                <a:solidFill>
                  <a:srgbClr val="182723"/>
                </a:solidFill>
              </a:defRPr>
            </a:lvl1pPr>
            <a:lvl2pPr>
              <a:defRPr sz="1500" b="0">
                <a:solidFill>
                  <a:srgbClr val="182723"/>
                </a:solidFill>
              </a:defRPr>
            </a:lvl2pPr>
            <a:lvl3pPr>
              <a:defRPr sz="1500" b="0">
                <a:solidFill>
                  <a:srgbClr val="182723"/>
                </a:solidFill>
              </a:defRPr>
            </a:lvl3pPr>
            <a:lvl4pPr>
              <a:defRPr sz="1500" b="0">
                <a:solidFill>
                  <a:srgbClr val="182723"/>
                </a:solidFill>
              </a:defRPr>
            </a:lvl4pPr>
            <a:lvl5pPr>
              <a:defRPr sz="1500" b="0">
                <a:solidFill>
                  <a:srgbClr val="182723"/>
                </a:solidFill>
              </a:defRPr>
            </a:lvl5pPr>
            <a:lvl6pPr>
              <a:defRPr sz="1500" b="0">
                <a:solidFill>
                  <a:srgbClr val="182723"/>
                </a:solidFill>
              </a:defRPr>
            </a:lvl6pPr>
            <a:lvl7pPr>
              <a:defRPr sz="1500" b="0">
                <a:solidFill>
                  <a:srgbClr val="182723"/>
                </a:solidFill>
              </a:defRPr>
            </a:lvl7pPr>
            <a:lvl8pPr>
              <a:defRPr sz="1500" b="0">
                <a:solidFill>
                  <a:srgbClr val="182723"/>
                </a:solidFill>
              </a:defRPr>
            </a:lvl8pPr>
            <a:lvl9pPr>
              <a:defRPr sz="1500" b="0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2723"/>
                </a:solidFill>
              </a:defRPr>
            </a:pPr>
            <a:r>
              <a:rPr sz="1500" b="0">
                <a:solidFill>
                  <a:srgbClr val="182723"/>
                </a:solidFill>
              </a:rPr>
              <a:t>Business context disappears after checkout.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FC121-0A49-41BE-BF6E-7CD390AC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5D50"/>
                </a:solidFill>
              </a:defRPr>
            </a:defPPr>
            <a:lvl1pPr>
              <a:defRPr sz="975" b="1">
                <a:solidFill>
                  <a:srgbClr val="285D50"/>
                </a:solidFill>
              </a:defRPr>
            </a:lvl1pPr>
            <a:lvl2pPr>
              <a:defRPr sz="975" b="1">
                <a:solidFill>
                  <a:srgbClr val="285D50"/>
                </a:solidFill>
              </a:defRPr>
            </a:lvl2pPr>
            <a:lvl3pPr>
              <a:defRPr sz="975" b="1">
                <a:solidFill>
                  <a:srgbClr val="285D50"/>
                </a:solidFill>
              </a:defRPr>
            </a:lvl3pPr>
            <a:lvl4pPr>
              <a:defRPr sz="975" b="1">
                <a:solidFill>
                  <a:srgbClr val="285D50"/>
                </a:solidFill>
              </a:defRPr>
            </a:lvl4pPr>
            <a:lvl5pPr>
              <a:defRPr sz="975" b="1">
                <a:solidFill>
                  <a:srgbClr val="285D50"/>
                </a:solidFill>
              </a:defRPr>
            </a:lvl5pPr>
            <a:lvl6pPr>
              <a:defRPr sz="975" b="1">
                <a:solidFill>
                  <a:srgbClr val="285D50"/>
                </a:solidFill>
              </a:defRPr>
            </a:lvl6pPr>
            <a:lvl7pPr>
              <a:defRPr sz="975" b="1">
                <a:solidFill>
                  <a:srgbClr val="285D50"/>
                </a:solidFill>
              </a:defRPr>
            </a:lvl7pPr>
            <a:lvl8pPr>
              <a:defRPr sz="975" b="1">
                <a:solidFill>
                  <a:srgbClr val="285D50"/>
                </a:solidFill>
              </a:defRPr>
            </a:lvl8pPr>
            <a:lvl9pPr>
              <a:defRPr sz="975" b="1">
                <a:solidFill>
                  <a:srgbClr val="285D5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5D50"/>
                </a:solidFill>
              </a:defRPr>
            </a:pPr>
            <a:r>
              <a:rPr sz="975" b="1">
                <a:solidFill>
                  <a:srgbClr val="285D50"/>
                </a:solidFill>
              </a:rPr>
              <a:t>WHAT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C0ED8-42BE-4321-A252-270CDB4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481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2723"/>
                </a:solidFill>
              </a:defRPr>
            </a:defPPr>
            <a:lvl1pPr>
              <a:defRPr sz="1500" b="0">
                <a:solidFill>
                  <a:srgbClr val="182723"/>
                </a:solidFill>
              </a:defRPr>
            </a:lvl1pPr>
            <a:lvl2pPr>
              <a:defRPr sz="1500" b="0">
                <a:solidFill>
                  <a:srgbClr val="182723"/>
                </a:solidFill>
              </a:defRPr>
            </a:lvl2pPr>
            <a:lvl3pPr>
              <a:defRPr sz="1500" b="0">
                <a:solidFill>
                  <a:srgbClr val="182723"/>
                </a:solidFill>
              </a:defRPr>
            </a:lvl3pPr>
            <a:lvl4pPr>
              <a:defRPr sz="1500" b="0">
                <a:solidFill>
                  <a:srgbClr val="182723"/>
                </a:solidFill>
              </a:defRPr>
            </a:lvl4pPr>
            <a:lvl5pPr>
              <a:defRPr sz="1500" b="0">
                <a:solidFill>
                  <a:srgbClr val="182723"/>
                </a:solidFill>
              </a:defRPr>
            </a:lvl5pPr>
            <a:lvl6pPr>
              <a:defRPr sz="1500" b="0">
                <a:solidFill>
                  <a:srgbClr val="182723"/>
                </a:solidFill>
              </a:defRPr>
            </a:lvl6pPr>
            <a:lvl7pPr>
              <a:defRPr sz="1500" b="0">
                <a:solidFill>
                  <a:srgbClr val="182723"/>
                </a:solidFill>
              </a:defRPr>
            </a:lvl7pPr>
            <a:lvl8pPr>
              <a:defRPr sz="1500" b="0">
                <a:solidFill>
                  <a:srgbClr val="182723"/>
                </a:solidFill>
              </a:defRPr>
            </a:lvl8pPr>
            <a:lvl9pPr>
              <a:defRPr sz="1500" b="0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2723"/>
                </a:solidFill>
              </a:defRPr>
            </a:pPr>
            <a:r>
              <a:rPr sz="1500" b="0">
                <a:solidFill>
                  <a:srgbClr val="182723"/>
                </a:solidFill>
              </a:rPr>
              <a:t>Managers reconstruct the story during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0F220-A024-4465-A25B-09F6788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5D50"/>
                </a:solidFill>
              </a:defRPr>
            </a:defPPr>
            <a:lvl1pPr>
              <a:defRPr sz="975" b="1">
                <a:solidFill>
                  <a:srgbClr val="285D50"/>
                </a:solidFill>
              </a:defRPr>
            </a:lvl1pPr>
            <a:lvl2pPr>
              <a:defRPr sz="975" b="1">
                <a:solidFill>
                  <a:srgbClr val="285D50"/>
                </a:solidFill>
              </a:defRPr>
            </a:lvl2pPr>
            <a:lvl3pPr>
              <a:defRPr sz="975" b="1">
                <a:solidFill>
                  <a:srgbClr val="285D50"/>
                </a:solidFill>
              </a:defRPr>
            </a:lvl3pPr>
            <a:lvl4pPr>
              <a:defRPr sz="975" b="1">
                <a:solidFill>
                  <a:srgbClr val="285D50"/>
                </a:solidFill>
              </a:defRPr>
            </a:lvl4pPr>
            <a:lvl5pPr>
              <a:defRPr sz="975" b="1">
                <a:solidFill>
                  <a:srgbClr val="285D50"/>
                </a:solidFill>
              </a:defRPr>
            </a:lvl5pPr>
            <a:lvl6pPr>
              <a:defRPr sz="975" b="1">
                <a:solidFill>
                  <a:srgbClr val="285D50"/>
                </a:solidFill>
              </a:defRPr>
            </a:lvl6pPr>
            <a:lvl7pPr>
              <a:defRPr sz="975" b="1">
                <a:solidFill>
                  <a:srgbClr val="285D50"/>
                </a:solidFill>
              </a:defRPr>
            </a:lvl7pPr>
            <a:lvl8pPr>
              <a:defRPr sz="975" b="1">
                <a:solidFill>
                  <a:srgbClr val="285D50"/>
                </a:solidFill>
              </a:defRPr>
            </a:lvl8pPr>
            <a:lvl9pPr>
              <a:defRPr sz="975" b="1">
                <a:solidFill>
                  <a:srgbClr val="285D5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5D50"/>
                </a:solidFill>
              </a:defRPr>
            </a:pPr>
            <a:r>
              <a:rPr sz="975" b="1">
                <a:solidFill>
                  <a:srgbClr val="285D50"/>
                </a:solidFill>
              </a:rPr>
              <a:t>WHO CAN 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7FA71-DBF6-4811-ADEE-8CD099D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2723"/>
                </a:solidFill>
              </a:defRPr>
            </a:defPPr>
            <a:lvl1pPr>
              <a:defRPr sz="1500" b="0">
                <a:solidFill>
                  <a:srgbClr val="182723"/>
                </a:solidFill>
              </a:defRPr>
            </a:lvl1pPr>
            <a:lvl2pPr>
              <a:defRPr sz="1500" b="0">
                <a:solidFill>
                  <a:srgbClr val="182723"/>
                </a:solidFill>
              </a:defRPr>
            </a:lvl2pPr>
            <a:lvl3pPr>
              <a:defRPr sz="1500" b="0">
                <a:solidFill>
                  <a:srgbClr val="182723"/>
                </a:solidFill>
              </a:defRPr>
            </a:lvl3pPr>
            <a:lvl4pPr>
              <a:defRPr sz="1500" b="0">
                <a:solidFill>
                  <a:srgbClr val="182723"/>
                </a:solidFill>
              </a:defRPr>
            </a:lvl4pPr>
            <a:lvl5pPr>
              <a:defRPr sz="1500" b="0">
                <a:solidFill>
                  <a:srgbClr val="182723"/>
                </a:solidFill>
              </a:defRPr>
            </a:lvl5pPr>
            <a:lvl6pPr>
              <a:defRPr sz="1500" b="0">
                <a:solidFill>
                  <a:srgbClr val="182723"/>
                </a:solidFill>
              </a:defRPr>
            </a:lvl6pPr>
            <a:lvl7pPr>
              <a:defRPr sz="1500" b="0">
                <a:solidFill>
                  <a:srgbClr val="182723"/>
                </a:solidFill>
              </a:defRPr>
            </a:lvl7pPr>
            <a:lvl8pPr>
              <a:defRPr sz="1500" b="0">
                <a:solidFill>
                  <a:srgbClr val="182723"/>
                </a:solidFill>
              </a:defRPr>
            </a:lvl8pPr>
            <a:lvl9pPr>
              <a:defRPr sz="1500" b="0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2723"/>
                </a:solidFill>
              </a:defRPr>
            </a:pPr>
            <a:r>
              <a:rPr sz="1500" b="0">
                <a:solidFill>
                  <a:srgbClr val="182723"/>
                </a:solidFill>
              </a:rPr>
              <a:t>Permissions live outside the spending record.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3324E-30D3-4669-A883-3E5FD97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23900"/>
            <a:ext cx="4324350" cy="537210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2E4DD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F6AEA-A084-4BF7-975C-281ED0AB38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16d01aadc4fa2"/>
          <a:stretch xmlns:a="http://schemas.openxmlformats.org/drawingml/2006/main"/>
        </p:blipFill>
        <p:spPr>
          <a:xfrm xmlns:a="http://schemas.openxmlformats.org/drawingml/2006/main">
            <a:off x="7353300" y="1227764"/>
            <a:ext cx="3790950" cy="436437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818AA-6E80-4AF7-9AB2-6DB85530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A8A4"/>
                </a:solidFill>
              </a:defRPr>
            </a:defPPr>
            <a:lvl1pPr>
              <a:defRPr sz="750" b="1">
                <a:solidFill>
                  <a:srgbClr val="9CA8A4"/>
                </a:solidFill>
              </a:defRPr>
            </a:lvl1pPr>
            <a:lvl2pPr>
              <a:defRPr sz="750" b="1">
                <a:solidFill>
                  <a:srgbClr val="9CA8A4"/>
                </a:solidFill>
              </a:defRPr>
            </a:lvl2pPr>
            <a:lvl3pPr>
              <a:defRPr sz="750" b="1">
                <a:solidFill>
                  <a:srgbClr val="9CA8A4"/>
                </a:solidFill>
              </a:defRPr>
            </a:lvl3pPr>
            <a:lvl4pPr>
              <a:defRPr sz="750" b="1">
                <a:solidFill>
                  <a:srgbClr val="9CA8A4"/>
                </a:solidFill>
              </a:defRPr>
            </a:lvl4pPr>
            <a:lvl5pPr>
              <a:defRPr sz="750" b="1">
                <a:solidFill>
                  <a:srgbClr val="9CA8A4"/>
                </a:solidFill>
              </a:defRPr>
            </a:lvl5pPr>
            <a:lvl6pPr>
              <a:defRPr sz="750" b="1">
                <a:solidFill>
                  <a:srgbClr val="9CA8A4"/>
                </a:solidFill>
              </a:defRPr>
            </a:lvl6pPr>
            <a:lvl7pPr>
              <a:defRPr sz="750" b="1">
                <a:solidFill>
                  <a:srgbClr val="9CA8A4"/>
                </a:solidFill>
              </a:defRPr>
            </a:lvl7pPr>
            <a:lvl8pPr>
              <a:defRPr sz="750" b="1">
                <a:solidFill>
                  <a:srgbClr val="9CA8A4"/>
                </a:solidFill>
              </a:defRPr>
            </a:lvl8pPr>
            <a:lvl9pPr>
              <a:defRPr sz="7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A8A4"/>
                </a:solidFill>
              </a:defRPr>
            </a:pPr>
            <a:r>
              <a:rPr sz="750" b="1">
                <a:solidFill>
                  <a:srgbClr val="9CA8A4"/>
                </a:solidFill>
              </a:rPr>
              <a:t>NORTHSTAR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614E5-20AE-408B-8CEE-645459DC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A8A4"/>
                </a:solidFill>
              </a:defRPr>
            </a:defPPr>
            <a:lvl1pPr>
              <a:defRPr sz="750" b="1">
                <a:solidFill>
                  <a:srgbClr val="9CA8A4"/>
                </a:solidFill>
              </a:defRPr>
            </a:lvl1pPr>
            <a:lvl2pPr>
              <a:defRPr sz="750" b="1">
                <a:solidFill>
                  <a:srgbClr val="9CA8A4"/>
                </a:solidFill>
              </a:defRPr>
            </a:lvl2pPr>
            <a:lvl3pPr>
              <a:defRPr sz="750" b="1">
                <a:solidFill>
                  <a:srgbClr val="9CA8A4"/>
                </a:solidFill>
              </a:defRPr>
            </a:lvl3pPr>
            <a:lvl4pPr>
              <a:defRPr sz="750" b="1">
                <a:solidFill>
                  <a:srgbClr val="9CA8A4"/>
                </a:solidFill>
              </a:defRPr>
            </a:lvl4pPr>
            <a:lvl5pPr>
              <a:defRPr sz="750" b="1">
                <a:solidFill>
                  <a:srgbClr val="9CA8A4"/>
                </a:solidFill>
              </a:defRPr>
            </a:lvl5pPr>
            <a:lvl6pPr>
              <a:defRPr sz="750" b="1">
                <a:solidFill>
                  <a:srgbClr val="9CA8A4"/>
                </a:solidFill>
              </a:defRPr>
            </a:lvl6pPr>
            <a:lvl7pPr>
              <a:defRPr sz="750" b="1">
                <a:solidFill>
                  <a:srgbClr val="9CA8A4"/>
                </a:solidFill>
              </a:defRPr>
            </a:lvl7pPr>
            <a:lvl8pPr>
              <a:defRPr sz="750" b="1">
                <a:solidFill>
                  <a:srgbClr val="9CA8A4"/>
                </a:solidFill>
              </a:defRPr>
            </a:lvl8pPr>
            <a:lvl9pPr>
              <a:defRPr sz="7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A8A4"/>
                </a:solidFill>
              </a:defRPr>
            </a:pPr>
            <a:r>
              <a:rPr sz="750" b="1">
                <a:solidFill>
                  <a:srgbClr val="9CA8A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3391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D72AD-E323-43F0-9AF3-6EDAE892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5D50"/>
                </a:solidFill>
              </a:defRPr>
            </a:defPPr>
            <a:lvl1pPr>
              <a:defRPr sz="975" b="1">
                <a:solidFill>
                  <a:srgbClr val="285D50"/>
                </a:solidFill>
              </a:defRPr>
            </a:lvl1pPr>
            <a:lvl2pPr>
              <a:defRPr sz="975" b="1">
                <a:solidFill>
                  <a:srgbClr val="285D50"/>
                </a:solidFill>
              </a:defRPr>
            </a:lvl2pPr>
            <a:lvl3pPr>
              <a:defRPr sz="975" b="1">
                <a:solidFill>
                  <a:srgbClr val="285D50"/>
                </a:solidFill>
              </a:defRPr>
            </a:lvl3pPr>
            <a:lvl4pPr>
              <a:defRPr sz="975" b="1">
                <a:solidFill>
                  <a:srgbClr val="285D50"/>
                </a:solidFill>
              </a:defRPr>
            </a:lvl4pPr>
            <a:lvl5pPr>
              <a:defRPr sz="975" b="1">
                <a:solidFill>
                  <a:srgbClr val="285D50"/>
                </a:solidFill>
              </a:defRPr>
            </a:lvl5pPr>
            <a:lvl6pPr>
              <a:defRPr sz="975" b="1">
                <a:solidFill>
                  <a:srgbClr val="285D50"/>
                </a:solidFill>
              </a:defRPr>
            </a:lvl6pPr>
            <a:lvl7pPr>
              <a:defRPr sz="975" b="1">
                <a:solidFill>
                  <a:srgbClr val="285D50"/>
                </a:solidFill>
              </a:defRPr>
            </a:lvl7pPr>
            <a:lvl8pPr>
              <a:defRPr sz="975" b="1">
                <a:solidFill>
                  <a:srgbClr val="285D50"/>
                </a:solidFill>
              </a:defRPr>
            </a:lvl8pPr>
            <a:lvl9pPr>
              <a:defRPr sz="975" b="1">
                <a:solidFill>
                  <a:srgbClr val="285D5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5D50"/>
                </a:solidFill>
              </a:defRPr>
            </a:pPr>
            <a:r>
              <a:rPr sz="975" b="1">
                <a:solidFill>
                  <a:srgbClr val="285D5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0AFD7-B893-40A1-A40F-54374C3A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1807B"/>
                </a:solidFill>
              </a:defRPr>
            </a:defPPr>
            <a:lvl1pPr>
              <a:defRPr sz="975" b="1">
                <a:solidFill>
                  <a:srgbClr val="71807B"/>
                </a:solidFill>
              </a:defRPr>
            </a:lvl1pPr>
            <a:lvl2pPr>
              <a:defRPr sz="975" b="1">
                <a:solidFill>
                  <a:srgbClr val="71807B"/>
                </a:solidFill>
              </a:defRPr>
            </a:lvl2pPr>
            <a:lvl3pPr>
              <a:defRPr sz="975" b="1">
                <a:solidFill>
                  <a:srgbClr val="71807B"/>
                </a:solidFill>
              </a:defRPr>
            </a:lvl3pPr>
            <a:lvl4pPr>
              <a:defRPr sz="975" b="1">
                <a:solidFill>
                  <a:srgbClr val="71807B"/>
                </a:solidFill>
              </a:defRPr>
            </a:lvl4pPr>
            <a:lvl5pPr>
              <a:defRPr sz="975" b="1">
                <a:solidFill>
                  <a:srgbClr val="71807B"/>
                </a:solidFill>
              </a:defRPr>
            </a:lvl5pPr>
            <a:lvl6pPr>
              <a:defRPr sz="975" b="1">
                <a:solidFill>
                  <a:srgbClr val="71807B"/>
                </a:solidFill>
              </a:defRPr>
            </a:lvl6pPr>
            <a:lvl7pPr>
              <a:defRPr sz="975" b="1">
                <a:solidFill>
                  <a:srgbClr val="71807B"/>
                </a:solidFill>
              </a:defRPr>
            </a:lvl7pPr>
            <a:lvl8pPr>
              <a:defRPr sz="975" b="1">
                <a:solidFill>
                  <a:srgbClr val="71807B"/>
                </a:solidFill>
              </a:defRPr>
            </a:lvl8pPr>
            <a:lvl9pPr>
              <a:defRPr sz="975" b="1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1807B"/>
                </a:solidFill>
              </a:defRPr>
            </a:pPr>
            <a:r>
              <a:rPr sz="975" b="1">
                <a:solidFill>
                  <a:srgbClr val="71807B"/>
                </a:solidFill>
              </a:rPr>
              <a:t>FOR WHOM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15571-485A-4C94-877B-DDA2193A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2723"/>
                </a:solidFill>
              </a:defRPr>
            </a:defPPr>
            <a:lvl1pPr>
              <a:defRPr sz="3450" b="1">
                <a:solidFill>
                  <a:srgbClr val="182723"/>
                </a:solidFill>
              </a:defRPr>
            </a:lvl1pPr>
            <a:lvl2pPr>
              <a:defRPr sz="3450" b="1">
                <a:solidFill>
                  <a:srgbClr val="182723"/>
                </a:solidFill>
              </a:defRPr>
            </a:lvl2pPr>
            <a:lvl3pPr>
              <a:defRPr sz="3450" b="1">
                <a:solidFill>
                  <a:srgbClr val="182723"/>
                </a:solidFill>
              </a:defRPr>
            </a:lvl3pPr>
            <a:lvl4pPr>
              <a:defRPr sz="3450" b="1">
                <a:solidFill>
                  <a:srgbClr val="182723"/>
                </a:solidFill>
              </a:defRPr>
            </a:lvl4pPr>
            <a:lvl5pPr>
              <a:defRPr sz="3450" b="1">
                <a:solidFill>
                  <a:srgbClr val="182723"/>
                </a:solidFill>
              </a:defRPr>
            </a:lvl5pPr>
            <a:lvl6pPr>
              <a:defRPr sz="3450" b="1">
                <a:solidFill>
                  <a:srgbClr val="182723"/>
                </a:solidFill>
              </a:defRPr>
            </a:lvl6pPr>
            <a:lvl7pPr>
              <a:defRPr sz="3450" b="1">
                <a:solidFill>
                  <a:srgbClr val="182723"/>
                </a:solidFill>
              </a:defRPr>
            </a:lvl7pPr>
            <a:lvl8pPr>
              <a:defRPr sz="3450" b="1">
                <a:solidFill>
                  <a:srgbClr val="182723"/>
                </a:solidFill>
              </a:defRPr>
            </a:lvl8pPr>
            <a:lvl9pPr>
              <a:defRPr sz="345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2723"/>
                </a:solidFill>
              </a:defRPr>
            </a:pPr>
            <a:r>
              <a:rPr sz="3450" b="1">
                <a:solidFill>
                  <a:srgbClr val="182723"/>
                </a:solidFill>
              </a:rPr>
              <a:t>Small teams sharing a project budget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CF051-1D78-4993-AEC5-97E45BD2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1807B"/>
                </a:solidFill>
              </a:defRPr>
            </a:defPPr>
            <a:lvl1pPr>
              <a:defRPr sz="1650" b="0">
                <a:solidFill>
                  <a:srgbClr val="71807B"/>
                </a:solidFill>
              </a:defRPr>
            </a:lvl1pPr>
            <a:lvl2pPr>
              <a:defRPr sz="1650" b="0">
                <a:solidFill>
                  <a:srgbClr val="71807B"/>
                </a:solidFill>
              </a:defRPr>
            </a:lvl2pPr>
            <a:lvl3pPr>
              <a:defRPr sz="1650" b="0">
                <a:solidFill>
                  <a:srgbClr val="71807B"/>
                </a:solidFill>
              </a:defRPr>
            </a:lvl3pPr>
            <a:lvl4pPr>
              <a:defRPr sz="1650" b="0">
                <a:solidFill>
                  <a:srgbClr val="71807B"/>
                </a:solidFill>
              </a:defRPr>
            </a:lvl4pPr>
            <a:lvl5pPr>
              <a:defRPr sz="1650" b="0">
                <a:solidFill>
                  <a:srgbClr val="71807B"/>
                </a:solidFill>
              </a:defRPr>
            </a:lvl5pPr>
            <a:lvl6pPr>
              <a:defRPr sz="1650" b="0">
                <a:solidFill>
                  <a:srgbClr val="71807B"/>
                </a:solidFill>
              </a:defRPr>
            </a:lvl6pPr>
            <a:lvl7pPr>
              <a:defRPr sz="1650" b="0">
                <a:solidFill>
                  <a:srgbClr val="71807B"/>
                </a:solidFill>
              </a:defRPr>
            </a:lvl7pPr>
            <a:lvl8pPr>
              <a:defRPr sz="1650" b="0">
                <a:solidFill>
                  <a:srgbClr val="71807B"/>
                </a:solidFill>
              </a:defRPr>
            </a:lvl8pPr>
            <a:lvl9pPr>
              <a:defRPr sz="1650" b="0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1807B"/>
                </a:solidFill>
              </a:defRPr>
            </a:pPr>
            <a:r>
              <a:rPr sz="1650" b="0">
                <a:solidFill>
                  <a:srgbClr val="71807B"/>
                </a:solidFill>
              </a:rPr>
              <a:t>Northstar gives each role the part of the spending picture they need.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AB562-754B-4DA6-A1B7-DDE151ED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7AC2C-F1CA-44B2-AEFA-31A8ADD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14E8F-1039-4740-83D9-6A0E5E8F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71807B"/>
                </a:solidFill>
              </a:defRPr>
            </a:defPPr>
            <a:lvl1pPr>
              <a:defRPr sz="900" b="1">
                <a:solidFill>
                  <a:srgbClr val="71807B"/>
                </a:solidFill>
              </a:defRPr>
            </a:lvl1pPr>
            <a:lvl2pPr>
              <a:defRPr sz="900" b="1">
                <a:solidFill>
                  <a:srgbClr val="71807B"/>
                </a:solidFill>
              </a:defRPr>
            </a:lvl2pPr>
            <a:lvl3pPr>
              <a:defRPr sz="900" b="1">
                <a:solidFill>
                  <a:srgbClr val="71807B"/>
                </a:solidFill>
              </a:defRPr>
            </a:lvl3pPr>
            <a:lvl4pPr>
              <a:defRPr sz="900" b="1">
                <a:solidFill>
                  <a:srgbClr val="71807B"/>
                </a:solidFill>
              </a:defRPr>
            </a:lvl4pPr>
            <a:lvl5pPr>
              <a:defRPr sz="900" b="1">
                <a:solidFill>
                  <a:srgbClr val="71807B"/>
                </a:solidFill>
              </a:defRPr>
            </a:lvl5pPr>
            <a:lvl6pPr>
              <a:defRPr sz="900" b="1">
                <a:solidFill>
                  <a:srgbClr val="71807B"/>
                </a:solidFill>
              </a:defRPr>
            </a:lvl6pPr>
            <a:lvl7pPr>
              <a:defRPr sz="900" b="1">
                <a:solidFill>
                  <a:srgbClr val="71807B"/>
                </a:solidFill>
              </a:defRPr>
            </a:lvl7pPr>
            <a:lvl8pPr>
              <a:defRPr sz="900" b="1">
                <a:solidFill>
                  <a:srgbClr val="71807B"/>
                </a:solidFill>
              </a:defRPr>
            </a:lvl8pPr>
            <a:lvl9pPr>
              <a:defRPr sz="900" b="1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1807B"/>
                </a:solidFill>
              </a:defRPr>
            </a:pPr>
            <a:r>
              <a:rPr sz="900" b="1">
                <a:solidFill>
                  <a:srgbClr val="71807B"/>
                </a:solidFill>
              </a:rPr>
              <a:t>PROJECT LEADS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BF4EC-76C4-4789-B9DB-9F78B4A9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723"/>
                </a:solidFill>
              </a:defRPr>
            </a:defPPr>
            <a:lvl1pPr>
              <a:defRPr sz="2100" b="1">
                <a:solidFill>
                  <a:srgbClr val="182723"/>
                </a:solidFill>
              </a:defRPr>
            </a:lvl1pPr>
            <a:lvl2pPr>
              <a:defRPr sz="2100" b="1">
                <a:solidFill>
                  <a:srgbClr val="182723"/>
                </a:solidFill>
              </a:defRPr>
            </a:lvl2pPr>
            <a:lvl3pPr>
              <a:defRPr sz="2100" b="1">
                <a:solidFill>
                  <a:srgbClr val="182723"/>
                </a:solidFill>
              </a:defRPr>
            </a:lvl3pPr>
            <a:lvl4pPr>
              <a:defRPr sz="2100" b="1">
                <a:solidFill>
                  <a:srgbClr val="182723"/>
                </a:solidFill>
              </a:defRPr>
            </a:lvl4pPr>
            <a:lvl5pPr>
              <a:defRPr sz="2100" b="1">
                <a:solidFill>
                  <a:srgbClr val="182723"/>
                </a:solidFill>
              </a:defRPr>
            </a:lvl5pPr>
            <a:lvl6pPr>
              <a:defRPr sz="2100" b="1">
                <a:solidFill>
                  <a:srgbClr val="182723"/>
                </a:solidFill>
              </a:defRPr>
            </a:lvl6pPr>
            <a:lvl7pPr>
              <a:defRPr sz="2100" b="1">
                <a:solidFill>
                  <a:srgbClr val="182723"/>
                </a:solidFill>
              </a:defRPr>
            </a:lvl7pPr>
            <a:lvl8pPr>
              <a:defRPr sz="2100" b="1">
                <a:solidFill>
                  <a:srgbClr val="182723"/>
                </a:solidFill>
              </a:defRPr>
            </a:lvl8pPr>
            <a:lvl9pPr>
              <a:defRPr sz="210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2723"/>
                </a:solidFill>
              </a:defRPr>
            </a:pPr>
            <a:r>
              <a:rPr sz="2100" b="1">
                <a:solidFill>
                  <a:srgbClr val="182723"/>
                </a:solidFill>
              </a:rPr>
              <a:t>See the whole 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02BC9-C2A6-416C-876A-A25B9B0E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1807B"/>
                </a:solidFill>
              </a:defRPr>
            </a:defPPr>
            <a:lvl1pPr>
              <a:defRPr sz="1350" b="0">
                <a:solidFill>
                  <a:srgbClr val="71807B"/>
                </a:solidFill>
              </a:defRPr>
            </a:lvl1pPr>
            <a:lvl2pPr>
              <a:defRPr sz="1350" b="0">
                <a:solidFill>
                  <a:srgbClr val="71807B"/>
                </a:solidFill>
              </a:defRPr>
            </a:lvl2pPr>
            <a:lvl3pPr>
              <a:defRPr sz="1350" b="0">
                <a:solidFill>
                  <a:srgbClr val="71807B"/>
                </a:solidFill>
              </a:defRPr>
            </a:lvl3pPr>
            <a:lvl4pPr>
              <a:defRPr sz="1350" b="0">
                <a:solidFill>
                  <a:srgbClr val="71807B"/>
                </a:solidFill>
              </a:defRPr>
            </a:lvl4pPr>
            <a:lvl5pPr>
              <a:defRPr sz="1350" b="0">
                <a:solidFill>
                  <a:srgbClr val="71807B"/>
                </a:solidFill>
              </a:defRPr>
            </a:lvl5pPr>
            <a:lvl6pPr>
              <a:defRPr sz="1350" b="0">
                <a:solidFill>
                  <a:srgbClr val="71807B"/>
                </a:solidFill>
              </a:defRPr>
            </a:lvl6pPr>
            <a:lvl7pPr>
              <a:defRPr sz="1350" b="0">
                <a:solidFill>
                  <a:srgbClr val="71807B"/>
                </a:solidFill>
              </a:defRPr>
            </a:lvl7pPr>
            <a:lvl8pPr>
              <a:defRPr sz="1350" b="0">
                <a:solidFill>
                  <a:srgbClr val="71807B"/>
                </a:solidFill>
              </a:defRPr>
            </a:lvl8pPr>
            <a:lvl9pPr>
              <a:defRPr sz="1350" b="0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1807B"/>
                </a:solidFill>
              </a:defRPr>
            </a:pPr>
            <a:r>
              <a:rPr sz="1350" b="0">
                <a:solidFill>
                  <a:srgbClr val="71807B"/>
                </a:solidFill>
              </a:rPr>
              <a:t>Track total spend, monthly movement, and who is purchasing.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7CC3D-AAEF-4837-88CB-964D5866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CA8A4"/>
                </a:solidFill>
              </a:defRPr>
            </a:defPPr>
            <a:lvl1pPr>
              <a:defRPr sz="1050" b="1">
                <a:solidFill>
                  <a:srgbClr val="9CA8A4"/>
                </a:solidFill>
              </a:defRPr>
            </a:lvl1pPr>
            <a:lvl2pPr>
              <a:defRPr sz="1050" b="1">
                <a:solidFill>
                  <a:srgbClr val="9CA8A4"/>
                </a:solidFill>
              </a:defRPr>
            </a:lvl2pPr>
            <a:lvl3pPr>
              <a:defRPr sz="1050" b="1">
                <a:solidFill>
                  <a:srgbClr val="9CA8A4"/>
                </a:solidFill>
              </a:defRPr>
            </a:lvl3pPr>
            <a:lvl4pPr>
              <a:defRPr sz="1050" b="1">
                <a:solidFill>
                  <a:srgbClr val="9CA8A4"/>
                </a:solidFill>
              </a:defRPr>
            </a:lvl4pPr>
            <a:lvl5pPr>
              <a:defRPr sz="1050" b="1">
                <a:solidFill>
                  <a:srgbClr val="9CA8A4"/>
                </a:solidFill>
              </a:defRPr>
            </a:lvl5pPr>
            <a:lvl6pPr>
              <a:defRPr sz="1050" b="1">
                <a:solidFill>
                  <a:srgbClr val="9CA8A4"/>
                </a:solidFill>
              </a:defRPr>
            </a:lvl6pPr>
            <a:lvl7pPr>
              <a:defRPr sz="1050" b="1">
                <a:solidFill>
                  <a:srgbClr val="9CA8A4"/>
                </a:solidFill>
              </a:defRPr>
            </a:lvl7pPr>
            <a:lvl8pPr>
              <a:defRPr sz="1050" b="1">
                <a:solidFill>
                  <a:srgbClr val="9CA8A4"/>
                </a:solidFill>
              </a:defRPr>
            </a:lvl8pPr>
            <a:lvl9pPr>
              <a:defRPr sz="10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CA8A4"/>
                </a:solidFill>
              </a:defRPr>
            </a:pPr>
            <a:r>
              <a:rPr sz="1050" b="1">
                <a:solidFill>
                  <a:srgbClr val="9CA8A4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FFB57-9016-455F-BEA0-FA6C8360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4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6E7F0-9312-4BAE-8F2E-573702F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71807B"/>
                </a:solidFill>
              </a:defRPr>
            </a:defPPr>
            <a:lvl1pPr>
              <a:defRPr sz="900" b="1">
                <a:solidFill>
                  <a:srgbClr val="71807B"/>
                </a:solidFill>
              </a:defRPr>
            </a:lvl1pPr>
            <a:lvl2pPr>
              <a:defRPr sz="900" b="1">
                <a:solidFill>
                  <a:srgbClr val="71807B"/>
                </a:solidFill>
              </a:defRPr>
            </a:lvl2pPr>
            <a:lvl3pPr>
              <a:defRPr sz="900" b="1">
                <a:solidFill>
                  <a:srgbClr val="71807B"/>
                </a:solidFill>
              </a:defRPr>
            </a:lvl3pPr>
            <a:lvl4pPr>
              <a:defRPr sz="900" b="1">
                <a:solidFill>
                  <a:srgbClr val="71807B"/>
                </a:solidFill>
              </a:defRPr>
            </a:lvl4pPr>
            <a:lvl5pPr>
              <a:defRPr sz="900" b="1">
                <a:solidFill>
                  <a:srgbClr val="71807B"/>
                </a:solidFill>
              </a:defRPr>
            </a:lvl5pPr>
            <a:lvl6pPr>
              <a:defRPr sz="900" b="1">
                <a:solidFill>
                  <a:srgbClr val="71807B"/>
                </a:solidFill>
              </a:defRPr>
            </a:lvl6pPr>
            <a:lvl7pPr>
              <a:defRPr sz="900" b="1">
                <a:solidFill>
                  <a:srgbClr val="71807B"/>
                </a:solidFill>
              </a:defRPr>
            </a:lvl7pPr>
            <a:lvl8pPr>
              <a:defRPr sz="900" b="1">
                <a:solidFill>
                  <a:srgbClr val="71807B"/>
                </a:solidFill>
              </a:defRPr>
            </a:lvl8pPr>
            <a:lvl9pPr>
              <a:defRPr sz="900" b="1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1807B"/>
                </a:solidFill>
              </a:defRPr>
            </a:pPr>
            <a:r>
              <a:rPr sz="900" b="1">
                <a:solidFill>
                  <a:srgbClr val="71807B"/>
                </a:solidFill>
              </a:rPr>
              <a:t>OPERATIONS &amp; FINANCE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7836D-44EF-4C8B-9565-26CFAE1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723"/>
                </a:solidFill>
              </a:defRPr>
            </a:defPPr>
            <a:lvl1pPr>
              <a:defRPr sz="2100" b="1">
                <a:solidFill>
                  <a:srgbClr val="182723"/>
                </a:solidFill>
              </a:defRPr>
            </a:lvl1pPr>
            <a:lvl2pPr>
              <a:defRPr sz="2100" b="1">
                <a:solidFill>
                  <a:srgbClr val="182723"/>
                </a:solidFill>
              </a:defRPr>
            </a:lvl2pPr>
            <a:lvl3pPr>
              <a:defRPr sz="2100" b="1">
                <a:solidFill>
                  <a:srgbClr val="182723"/>
                </a:solidFill>
              </a:defRPr>
            </a:lvl3pPr>
            <a:lvl4pPr>
              <a:defRPr sz="2100" b="1">
                <a:solidFill>
                  <a:srgbClr val="182723"/>
                </a:solidFill>
              </a:defRPr>
            </a:lvl4pPr>
            <a:lvl5pPr>
              <a:defRPr sz="2100" b="1">
                <a:solidFill>
                  <a:srgbClr val="182723"/>
                </a:solidFill>
              </a:defRPr>
            </a:lvl5pPr>
            <a:lvl6pPr>
              <a:defRPr sz="2100" b="1">
                <a:solidFill>
                  <a:srgbClr val="182723"/>
                </a:solidFill>
              </a:defRPr>
            </a:lvl6pPr>
            <a:lvl7pPr>
              <a:defRPr sz="2100" b="1">
                <a:solidFill>
                  <a:srgbClr val="182723"/>
                </a:solidFill>
              </a:defRPr>
            </a:lvl7pPr>
            <a:lvl8pPr>
              <a:defRPr sz="2100" b="1">
                <a:solidFill>
                  <a:srgbClr val="182723"/>
                </a:solidFill>
              </a:defRPr>
            </a:lvl8pPr>
            <a:lvl9pPr>
              <a:defRPr sz="210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2723"/>
                </a:solidFill>
              </a:defRPr>
            </a:pPr>
            <a:r>
              <a:rPr sz="2100" b="1">
                <a:solidFill>
                  <a:srgbClr val="182723"/>
                </a:solidFill>
              </a:rPr>
              <a:t>Review with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77796-A2CD-4B5F-876B-B9A5959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1807B"/>
                </a:solidFill>
              </a:defRPr>
            </a:defPPr>
            <a:lvl1pPr>
              <a:defRPr sz="1350" b="0">
                <a:solidFill>
                  <a:srgbClr val="71807B"/>
                </a:solidFill>
              </a:defRPr>
            </a:lvl1pPr>
            <a:lvl2pPr>
              <a:defRPr sz="1350" b="0">
                <a:solidFill>
                  <a:srgbClr val="71807B"/>
                </a:solidFill>
              </a:defRPr>
            </a:lvl2pPr>
            <a:lvl3pPr>
              <a:defRPr sz="1350" b="0">
                <a:solidFill>
                  <a:srgbClr val="71807B"/>
                </a:solidFill>
              </a:defRPr>
            </a:lvl3pPr>
            <a:lvl4pPr>
              <a:defRPr sz="1350" b="0">
                <a:solidFill>
                  <a:srgbClr val="71807B"/>
                </a:solidFill>
              </a:defRPr>
            </a:lvl4pPr>
            <a:lvl5pPr>
              <a:defRPr sz="1350" b="0">
                <a:solidFill>
                  <a:srgbClr val="71807B"/>
                </a:solidFill>
              </a:defRPr>
            </a:lvl5pPr>
            <a:lvl6pPr>
              <a:defRPr sz="1350" b="0">
                <a:solidFill>
                  <a:srgbClr val="71807B"/>
                </a:solidFill>
              </a:defRPr>
            </a:lvl6pPr>
            <a:lvl7pPr>
              <a:defRPr sz="1350" b="0">
                <a:solidFill>
                  <a:srgbClr val="71807B"/>
                </a:solidFill>
              </a:defRPr>
            </a:lvl7pPr>
            <a:lvl8pPr>
              <a:defRPr sz="1350" b="0">
                <a:solidFill>
                  <a:srgbClr val="71807B"/>
                </a:solidFill>
              </a:defRPr>
            </a:lvl8pPr>
            <a:lvl9pPr>
              <a:defRPr sz="1350" b="0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1807B"/>
                </a:solidFill>
              </a:defRPr>
            </a:pPr>
            <a:r>
              <a:rPr sz="1350" b="0">
                <a:solidFill>
                  <a:srgbClr val="71807B"/>
                </a:solidFill>
              </a:rPr>
              <a:t>Find the reason, vendor, date, and purchaser in one record.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47773-DF5F-46A5-B801-2DDBA2D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76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CA8A4"/>
                </a:solidFill>
              </a:defRPr>
            </a:defPPr>
            <a:lvl1pPr>
              <a:defRPr sz="1050" b="1">
                <a:solidFill>
                  <a:srgbClr val="9CA8A4"/>
                </a:solidFill>
              </a:defRPr>
            </a:lvl1pPr>
            <a:lvl2pPr>
              <a:defRPr sz="1050" b="1">
                <a:solidFill>
                  <a:srgbClr val="9CA8A4"/>
                </a:solidFill>
              </a:defRPr>
            </a:lvl2pPr>
            <a:lvl3pPr>
              <a:defRPr sz="1050" b="1">
                <a:solidFill>
                  <a:srgbClr val="9CA8A4"/>
                </a:solidFill>
              </a:defRPr>
            </a:lvl3pPr>
            <a:lvl4pPr>
              <a:defRPr sz="1050" b="1">
                <a:solidFill>
                  <a:srgbClr val="9CA8A4"/>
                </a:solidFill>
              </a:defRPr>
            </a:lvl4pPr>
            <a:lvl5pPr>
              <a:defRPr sz="1050" b="1">
                <a:solidFill>
                  <a:srgbClr val="9CA8A4"/>
                </a:solidFill>
              </a:defRPr>
            </a:lvl5pPr>
            <a:lvl6pPr>
              <a:defRPr sz="1050" b="1">
                <a:solidFill>
                  <a:srgbClr val="9CA8A4"/>
                </a:solidFill>
              </a:defRPr>
            </a:lvl6pPr>
            <a:lvl7pPr>
              <a:defRPr sz="1050" b="1">
                <a:solidFill>
                  <a:srgbClr val="9CA8A4"/>
                </a:solidFill>
              </a:defRPr>
            </a:lvl7pPr>
            <a:lvl8pPr>
              <a:defRPr sz="1050" b="1">
                <a:solidFill>
                  <a:srgbClr val="9CA8A4"/>
                </a:solidFill>
              </a:defRPr>
            </a:lvl8pPr>
            <a:lvl9pPr>
              <a:defRPr sz="10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CA8A4"/>
                </a:solidFill>
              </a:defRPr>
            </a:pPr>
            <a:r>
              <a:rPr sz="1050" b="1">
                <a:solidFill>
                  <a:srgbClr val="9CA8A4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443A9-B6A9-4030-9C5E-BE2AAE2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36171-DD66-4DD0-A968-AD236023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71807B"/>
                </a:solidFill>
              </a:defRPr>
            </a:defPPr>
            <a:lvl1pPr>
              <a:defRPr sz="900" b="1">
                <a:solidFill>
                  <a:srgbClr val="71807B"/>
                </a:solidFill>
              </a:defRPr>
            </a:lvl1pPr>
            <a:lvl2pPr>
              <a:defRPr sz="900" b="1">
                <a:solidFill>
                  <a:srgbClr val="71807B"/>
                </a:solidFill>
              </a:defRPr>
            </a:lvl2pPr>
            <a:lvl3pPr>
              <a:defRPr sz="900" b="1">
                <a:solidFill>
                  <a:srgbClr val="71807B"/>
                </a:solidFill>
              </a:defRPr>
            </a:lvl3pPr>
            <a:lvl4pPr>
              <a:defRPr sz="900" b="1">
                <a:solidFill>
                  <a:srgbClr val="71807B"/>
                </a:solidFill>
              </a:defRPr>
            </a:lvl4pPr>
            <a:lvl5pPr>
              <a:defRPr sz="900" b="1">
                <a:solidFill>
                  <a:srgbClr val="71807B"/>
                </a:solidFill>
              </a:defRPr>
            </a:lvl5pPr>
            <a:lvl6pPr>
              <a:defRPr sz="900" b="1">
                <a:solidFill>
                  <a:srgbClr val="71807B"/>
                </a:solidFill>
              </a:defRPr>
            </a:lvl6pPr>
            <a:lvl7pPr>
              <a:defRPr sz="900" b="1">
                <a:solidFill>
                  <a:srgbClr val="71807B"/>
                </a:solidFill>
              </a:defRPr>
            </a:lvl7pPr>
            <a:lvl8pPr>
              <a:defRPr sz="900" b="1">
                <a:solidFill>
                  <a:srgbClr val="71807B"/>
                </a:solidFill>
              </a:defRPr>
            </a:lvl8pPr>
            <a:lvl9pPr>
              <a:defRPr sz="900" b="1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1807B"/>
                </a:solidFill>
              </a:defRPr>
            </a:pPr>
            <a:r>
              <a:rPr sz="900" b="1">
                <a:solidFill>
                  <a:srgbClr val="71807B"/>
                </a:solidFill>
              </a:rPr>
              <a:t>TEAM MEMBERS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CAFE5-B4D1-478C-9FB1-1BAC6F6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723"/>
                </a:solidFill>
              </a:defRPr>
            </a:defPPr>
            <a:lvl1pPr>
              <a:defRPr sz="2100" b="1">
                <a:solidFill>
                  <a:srgbClr val="182723"/>
                </a:solidFill>
              </a:defRPr>
            </a:lvl1pPr>
            <a:lvl2pPr>
              <a:defRPr sz="2100" b="1">
                <a:solidFill>
                  <a:srgbClr val="182723"/>
                </a:solidFill>
              </a:defRPr>
            </a:lvl2pPr>
            <a:lvl3pPr>
              <a:defRPr sz="2100" b="1">
                <a:solidFill>
                  <a:srgbClr val="182723"/>
                </a:solidFill>
              </a:defRPr>
            </a:lvl3pPr>
            <a:lvl4pPr>
              <a:defRPr sz="2100" b="1">
                <a:solidFill>
                  <a:srgbClr val="182723"/>
                </a:solidFill>
              </a:defRPr>
            </a:lvl4pPr>
            <a:lvl5pPr>
              <a:defRPr sz="2100" b="1">
                <a:solidFill>
                  <a:srgbClr val="182723"/>
                </a:solidFill>
              </a:defRPr>
            </a:lvl5pPr>
            <a:lvl6pPr>
              <a:defRPr sz="2100" b="1">
                <a:solidFill>
                  <a:srgbClr val="182723"/>
                </a:solidFill>
              </a:defRPr>
            </a:lvl6pPr>
            <a:lvl7pPr>
              <a:defRPr sz="2100" b="1">
                <a:solidFill>
                  <a:srgbClr val="182723"/>
                </a:solidFill>
              </a:defRPr>
            </a:lvl7pPr>
            <a:lvl8pPr>
              <a:defRPr sz="2100" b="1">
                <a:solidFill>
                  <a:srgbClr val="182723"/>
                </a:solidFill>
              </a:defRPr>
            </a:lvl8pPr>
            <a:lvl9pPr>
              <a:defRPr sz="210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2723"/>
                </a:solidFill>
              </a:defRPr>
            </a:pPr>
            <a:r>
              <a:rPr sz="2100" b="1">
                <a:solidFill>
                  <a:srgbClr val="182723"/>
                </a:solidFill>
              </a:rPr>
              <a:t>Log once at purchase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F35BB-431E-42EC-BF0D-48B14A1F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1807B"/>
                </a:solidFill>
              </a:defRPr>
            </a:defPPr>
            <a:lvl1pPr>
              <a:defRPr sz="1350" b="0">
                <a:solidFill>
                  <a:srgbClr val="71807B"/>
                </a:solidFill>
              </a:defRPr>
            </a:lvl1pPr>
            <a:lvl2pPr>
              <a:defRPr sz="1350" b="0">
                <a:solidFill>
                  <a:srgbClr val="71807B"/>
                </a:solidFill>
              </a:defRPr>
            </a:lvl2pPr>
            <a:lvl3pPr>
              <a:defRPr sz="1350" b="0">
                <a:solidFill>
                  <a:srgbClr val="71807B"/>
                </a:solidFill>
              </a:defRPr>
            </a:lvl3pPr>
            <a:lvl4pPr>
              <a:defRPr sz="1350" b="0">
                <a:solidFill>
                  <a:srgbClr val="71807B"/>
                </a:solidFill>
              </a:defRPr>
            </a:lvl4pPr>
            <a:lvl5pPr>
              <a:defRPr sz="1350" b="0">
                <a:solidFill>
                  <a:srgbClr val="71807B"/>
                </a:solidFill>
              </a:defRPr>
            </a:lvl5pPr>
            <a:lvl6pPr>
              <a:defRPr sz="1350" b="0">
                <a:solidFill>
                  <a:srgbClr val="71807B"/>
                </a:solidFill>
              </a:defRPr>
            </a:lvl6pPr>
            <a:lvl7pPr>
              <a:defRPr sz="1350" b="0">
                <a:solidFill>
                  <a:srgbClr val="71807B"/>
                </a:solidFill>
              </a:defRPr>
            </a:lvl7pPr>
            <a:lvl8pPr>
              <a:defRPr sz="1350" b="0">
                <a:solidFill>
                  <a:srgbClr val="71807B"/>
                </a:solidFill>
              </a:defRPr>
            </a:lvl8pPr>
            <a:lvl9pPr>
              <a:defRPr sz="1350" b="0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1807B"/>
                </a:solidFill>
              </a:defRPr>
            </a:pPr>
            <a:r>
              <a:rPr sz="1350" b="0">
                <a:solidFill>
                  <a:srgbClr val="71807B"/>
                </a:solidFill>
              </a:rPr>
              <a:t>Submit the expense while the details and business need are fresh.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FA250-9A10-4FFF-94F8-5E6D631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76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CA8A4"/>
                </a:solidFill>
              </a:defRPr>
            </a:defPPr>
            <a:lvl1pPr>
              <a:defRPr sz="1050" b="1">
                <a:solidFill>
                  <a:srgbClr val="9CA8A4"/>
                </a:solidFill>
              </a:defRPr>
            </a:lvl1pPr>
            <a:lvl2pPr>
              <a:defRPr sz="1050" b="1">
                <a:solidFill>
                  <a:srgbClr val="9CA8A4"/>
                </a:solidFill>
              </a:defRPr>
            </a:lvl2pPr>
            <a:lvl3pPr>
              <a:defRPr sz="1050" b="1">
                <a:solidFill>
                  <a:srgbClr val="9CA8A4"/>
                </a:solidFill>
              </a:defRPr>
            </a:lvl3pPr>
            <a:lvl4pPr>
              <a:defRPr sz="1050" b="1">
                <a:solidFill>
                  <a:srgbClr val="9CA8A4"/>
                </a:solidFill>
              </a:defRPr>
            </a:lvl4pPr>
            <a:lvl5pPr>
              <a:defRPr sz="1050" b="1">
                <a:solidFill>
                  <a:srgbClr val="9CA8A4"/>
                </a:solidFill>
              </a:defRPr>
            </a:lvl5pPr>
            <a:lvl6pPr>
              <a:defRPr sz="1050" b="1">
                <a:solidFill>
                  <a:srgbClr val="9CA8A4"/>
                </a:solidFill>
              </a:defRPr>
            </a:lvl6pPr>
            <a:lvl7pPr>
              <a:defRPr sz="1050" b="1">
                <a:solidFill>
                  <a:srgbClr val="9CA8A4"/>
                </a:solidFill>
              </a:defRPr>
            </a:lvl7pPr>
            <a:lvl8pPr>
              <a:defRPr sz="1050" b="1">
                <a:solidFill>
                  <a:srgbClr val="9CA8A4"/>
                </a:solidFill>
              </a:defRPr>
            </a:lvl8pPr>
            <a:lvl9pPr>
              <a:defRPr sz="10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CA8A4"/>
                </a:solidFill>
              </a:defRPr>
            </a:pPr>
            <a:r>
              <a:rPr sz="1050" b="1">
                <a:solidFill>
                  <a:srgbClr val="9CA8A4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2C03D-211B-45A9-A4F7-DDEC6C3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59B61-9F59-48C6-9B31-C6339FE0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71807B"/>
                </a:solidFill>
              </a:defRPr>
            </a:defPPr>
            <a:lvl1pPr>
              <a:defRPr sz="900" b="1">
                <a:solidFill>
                  <a:srgbClr val="71807B"/>
                </a:solidFill>
              </a:defRPr>
            </a:lvl1pPr>
            <a:lvl2pPr>
              <a:defRPr sz="900" b="1">
                <a:solidFill>
                  <a:srgbClr val="71807B"/>
                </a:solidFill>
              </a:defRPr>
            </a:lvl2pPr>
            <a:lvl3pPr>
              <a:defRPr sz="900" b="1">
                <a:solidFill>
                  <a:srgbClr val="71807B"/>
                </a:solidFill>
              </a:defRPr>
            </a:lvl3pPr>
            <a:lvl4pPr>
              <a:defRPr sz="900" b="1">
                <a:solidFill>
                  <a:srgbClr val="71807B"/>
                </a:solidFill>
              </a:defRPr>
            </a:lvl4pPr>
            <a:lvl5pPr>
              <a:defRPr sz="900" b="1">
                <a:solidFill>
                  <a:srgbClr val="71807B"/>
                </a:solidFill>
              </a:defRPr>
            </a:lvl5pPr>
            <a:lvl6pPr>
              <a:defRPr sz="900" b="1">
                <a:solidFill>
                  <a:srgbClr val="71807B"/>
                </a:solidFill>
              </a:defRPr>
            </a:lvl6pPr>
            <a:lvl7pPr>
              <a:defRPr sz="900" b="1">
                <a:solidFill>
                  <a:srgbClr val="71807B"/>
                </a:solidFill>
              </a:defRPr>
            </a:lvl7pPr>
            <a:lvl8pPr>
              <a:defRPr sz="900" b="1">
                <a:solidFill>
                  <a:srgbClr val="71807B"/>
                </a:solidFill>
              </a:defRPr>
            </a:lvl8pPr>
            <a:lvl9pPr>
              <a:defRPr sz="900" b="1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1807B"/>
                </a:solidFill>
              </a:defRPr>
            </a:pPr>
            <a:r>
              <a:rPr sz="900" b="1">
                <a:solidFill>
                  <a:srgbClr val="71807B"/>
                </a:solidFill>
              </a:rPr>
              <a:t>ADMINS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378DB-5603-4642-B05B-C12342EB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723"/>
                </a:solidFill>
              </a:defRPr>
            </a:defPPr>
            <a:lvl1pPr>
              <a:defRPr sz="2100" b="1">
                <a:solidFill>
                  <a:srgbClr val="182723"/>
                </a:solidFill>
              </a:defRPr>
            </a:lvl1pPr>
            <a:lvl2pPr>
              <a:defRPr sz="2100" b="1">
                <a:solidFill>
                  <a:srgbClr val="182723"/>
                </a:solidFill>
              </a:defRPr>
            </a:lvl2pPr>
            <a:lvl3pPr>
              <a:defRPr sz="2100" b="1">
                <a:solidFill>
                  <a:srgbClr val="182723"/>
                </a:solidFill>
              </a:defRPr>
            </a:lvl3pPr>
            <a:lvl4pPr>
              <a:defRPr sz="2100" b="1">
                <a:solidFill>
                  <a:srgbClr val="182723"/>
                </a:solidFill>
              </a:defRPr>
            </a:lvl4pPr>
            <a:lvl5pPr>
              <a:defRPr sz="2100" b="1">
                <a:solidFill>
                  <a:srgbClr val="182723"/>
                </a:solidFill>
              </a:defRPr>
            </a:lvl5pPr>
            <a:lvl6pPr>
              <a:defRPr sz="2100" b="1">
                <a:solidFill>
                  <a:srgbClr val="182723"/>
                </a:solidFill>
              </a:defRPr>
            </a:lvl6pPr>
            <a:lvl7pPr>
              <a:defRPr sz="2100" b="1">
                <a:solidFill>
                  <a:srgbClr val="182723"/>
                </a:solidFill>
              </a:defRPr>
            </a:lvl7pPr>
            <a:lvl8pPr>
              <a:defRPr sz="2100" b="1">
                <a:solidFill>
                  <a:srgbClr val="182723"/>
                </a:solidFill>
              </a:defRPr>
            </a:lvl8pPr>
            <a:lvl9pPr>
              <a:defRPr sz="210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2723"/>
                </a:solidFill>
              </a:defRPr>
            </a:pPr>
            <a:r>
              <a:rPr sz="2100" b="1">
                <a:solidFill>
                  <a:srgbClr val="182723"/>
                </a:solidFill>
              </a:rPr>
              <a:t>Match access to 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0EA27-04FD-4B98-9701-AF2C4DE9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1807B"/>
                </a:solidFill>
              </a:defRPr>
            </a:defPPr>
            <a:lvl1pPr>
              <a:defRPr sz="1350" b="0">
                <a:solidFill>
                  <a:srgbClr val="71807B"/>
                </a:solidFill>
              </a:defRPr>
            </a:lvl1pPr>
            <a:lvl2pPr>
              <a:defRPr sz="1350" b="0">
                <a:solidFill>
                  <a:srgbClr val="71807B"/>
                </a:solidFill>
              </a:defRPr>
            </a:lvl2pPr>
            <a:lvl3pPr>
              <a:defRPr sz="1350" b="0">
                <a:solidFill>
                  <a:srgbClr val="71807B"/>
                </a:solidFill>
              </a:defRPr>
            </a:lvl3pPr>
            <a:lvl4pPr>
              <a:defRPr sz="1350" b="0">
                <a:solidFill>
                  <a:srgbClr val="71807B"/>
                </a:solidFill>
              </a:defRPr>
            </a:lvl4pPr>
            <a:lvl5pPr>
              <a:defRPr sz="1350" b="0">
                <a:solidFill>
                  <a:srgbClr val="71807B"/>
                </a:solidFill>
              </a:defRPr>
            </a:lvl5pPr>
            <a:lvl6pPr>
              <a:defRPr sz="1350" b="0">
                <a:solidFill>
                  <a:srgbClr val="71807B"/>
                </a:solidFill>
              </a:defRPr>
            </a:lvl6pPr>
            <a:lvl7pPr>
              <a:defRPr sz="1350" b="0">
                <a:solidFill>
                  <a:srgbClr val="71807B"/>
                </a:solidFill>
              </a:defRPr>
            </a:lvl7pPr>
            <a:lvl8pPr>
              <a:defRPr sz="1350" b="0">
                <a:solidFill>
                  <a:srgbClr val="71807B"/>
                </a:solidFill>
              </a:defRPr>
            </a:lvl8pPr>
            <a:lvl9pPr>
              <a:defRPr sz="1350" b="0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1807B"/>
                </a:solidFill>
              </a:defRPr>
            </a:pPr>
            <a:r>
              <a:rPr sz="1350" b="0">
                <a:solidFill>
                  <a:srgbClr val="71807B"/>
                </a:solidFill>
              </a:rPr>
              <a:t>Assign clear permission levels across the workspace.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CF083-CEF7-4E8B-BF68-8FF24A47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76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CA8A4"/>
                </a:solidFill>
              </a:defRPr>
            </a:defPPr>
            <a:lvl1pPr>
              <a:defRPr sz="1050" b="1">
                <a:solidFill>
                  <a:srgbClr val="9CA8A4"/>
                </a:solidFill>
              </a:defRPr>
            </a:lvl1pPr>
            <a:lvl2pPr>
              <a:defRPr sz="1050" b="1">
                <a:solidFill>
                  <a:srgbClr val="9CA8A4"/>
                </a:solidFill>
              </a:defRPr>
            </a:lvl2pPr>
            <a:lvl3pPr>
              <a:defRPr sz="1050" b="1">
                <a:solidFill>
                  <a:srgbClr val="9CA8A4"/>
                </a:solidFill>
              </a:defRPr>
            </a:lvl3pPr>
            <a:lvl4pPr>
              <a:defRPr sz="1050" b="1">
                <a:solidFill>
                  <a:srgbClr val="9CA8A4"/>
                </a:solidFill>
              </a:defRPr>
            </a:lvl4pPr>
            <a:lvl5pPr>
              <a:defRPr sz="1050" b="1">
                <a:solidFill>
                  <a:srgbClr val="9CA8A4"/>
                </a:solidFill>
              </a:defRPr>
            </a:lvl5pPr>
            <a:lvl6pPr>
              <a:defRPr sz="1050" b="1">
                <a:solidFill>
                  <a:srgbClr val="9CA8A4"/>
                </a:solidFill>
              </a:defRPr>
            </a:lvl6pPr>
            <a:lvl7pPr>
              <a:defRPr sz="1050" b="1">
                <a:solidFill>
                  <a:srgbClr val="9CA8A4"/>
                </a:solidFill>
              </a:defRPr>
            </a:lvl7pPr>
            <a:lvl8pPr>
              <a:defRPr sz="1050" b="1">
                <a:solidFill>
                  <a:srgbClr val="9CA8A4"/>
                </a:solidFill>
              </a:defRPr>
            </a:lvl8pPr>
            <a:lvl9pPr>
              <a:defRPr sz="10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CA8A4"/>
                </a:solidFill>
              </a:defRPr>
            </a:pPr>
            <a:r>
              <a:rPr sz="1050" b="1">
                <a:solidFill>
                  <a:srgbClr val="9CA8A4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1DAE6-2AE2-4753-92A7-BF8305D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A8A4"/>
                </a:solidFill>
              </a:defRPr>
            </a:defPPr>
            <a:lvl1pPr>
              <a:defRPr sz="750" b="1">
                <a:solidFill>
                  <a:srgbClr val="9CA8A4"/>
                </a:solidFill>
              </a:defRPr>
            </a:lvl1pPr>
            <a:lvl2pPr>
              <a:defRPr sz="750" b="1">
                <a:solidFill>
                  <a:srgbClr val="9CA8A4"/>
                </a:solidFill>
              </a:defRPr>
            </a:lvl2pPr>
            <a:lvl3pPr>
              <a:defRPr sz="750" b="1">
                <a:solidFill>
                  <a:srgbClr val="9CA8A4"/>
                </a:solidFill>
              </a:defRPr>
            </a:lvl3pPr>
            <a:lvl4pPr>
              <a:defRPr sz="750" b="1">
                <a:solidFill>
                  <a:srgbClr val="9CA8A4"/>
                </a:solidFill>
              </a:defRPr>
            </a:lvl4pPr>
            <a:lvl5pPr>
              <a:defRPr sz="750" b="1">
                <a:solidFill>
                  <a:srgbClr val="9CA8A4"/>
                </a:solidFill>
              </a:defRPr>
            </a:lvl5pPr>
            <a:lvl6pPr>
              <a:defRPr sz="750" b="1">
                <a:solidFill>
                  <a:srgbClr val="9CA8A4"/>
                </a:solidFill>
              </a:defRPr>
            </a:lvl6pPr>
            <a:lvl7pPr>
              <a:defRPr sz="750" b="1">
                <a:solidFill>
                  <a:srgbClr val="9CA8A4"/>
                </a:solidFill>
              </a:defRPr>
            </a:lvl7pPr>
            <a:lvl8pPr>
              <a:defRPr sz="750" b="1">
                <a:solidFill>
                  <a:srgbClr val="9CA8A4"/>
                </a:solidFill>
              </a:defRPr>
            </a:lvl8pPr>
            <a:lvl9pPr>
              <a:defRPr sz="7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A8A4"/>
                </a:solidFill>
              </a:defRPr>
            </a:pPr>
            <a:r>
              <a:rPr sz="750" b="1">
                <a:solidFill>
                  <a:srgbClr val="9CA8A4"/>
                </a:solidFill>
              </a:rPr>
              <a:t>NORTHSTAR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6002F-4F0C-43F1-A3D0-A06A245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A8A4"/>
                </a:solidFill>
              </a:defRPr>
            </a:defPPr>
            <a:lvl1pPr>
              <a:defRPr sz="750" b="1">
                <a:solidFill>
                  <a:srgbClr val="9CA8A4"/>
                </a:solidFill>
              </a:defRPr>
            </a:lvl1pPr>
            <a:lvl2pPr>
              <a:defRPr sz="750" b="1">
                <a:solidFill>
                  <a:srgbClr val="9CA8A4"/>
                </a:solidFill>
              </a:defRPr>
            </a:lvl2pPr>
            <a:lvl3pPr>
              <a:defRPr sz="750" b="1">
                <a:solidFill>
                  <a:srgbClr val="9CA8A4"/>
                </a:solidFill>
              </a:defRPr>
            </a:lvl3pPr>
            <a:lvl4pPr>
              <a:defRPr sz="750" b="1">
                <a:solidFill>
                  <a:srgbClr val="9CA8A4"/>
                </a:solidFill>
              </a:defRPr>
            </a:lvl4pPr>
            <a:lvl5pPr>
              <a:defRPr sz="750" b="1">
                <a:solidFill>
                  <a:srgbClr val="9CA8A4"/>
                </a:solidFill>
              </a:defRPr>
            </a:lvl5pPr>
            <a:lvl6pPr>
              <a:defRPr sz="750" b="1">
                <a:solidFill>
                  <a:srgbClr val="9CA8A4"/>
                </a:solidFill>
              </a:defRPr>
            </a:lvl6pPr>
            <a:lvl7pPr>
              <a:defRPr sz="750" b="1">
                <a:solidFill>
                  <a:srgbClr val="9CA8A4"/>
                </a:solidFill>
              </a:defRPr>
            </a:lvl7pPr>
            <a:lvl8pPr>
              <a:defRPr sz="750" b="1">
                <a:solidFill>
                  <a:srgbClr val="9CA8A4"/>
                </a:solidFill>
              </a:defRPr>
            </a:lvl8pPr>
            <a:lvl9pPr>
              <a:defRPr sz="7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A8A4"/>
                </a:solidFill>
              </a:defRPr>
            </a:pPr>
            <a:r>
              <a:rPr sz="750" b="1">
                <a:solidFill>
                  <a:srgbClr val="9CA8A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0628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4EDB9-49FD-4BBD-9A38-154CB19D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0C48F"/>
                </a:solidFill>
              </a:defRPr>
            </a:defPPr>
            <a:lvl1pPr>
              <a:defRPr sz="975" b="1">
                <a:solidFill>
                  <a:srgbClr val="F0C48F"/>
                </a:solidFill>
              </a:defRPr>
            </a:lvl1pPr>
            <a:lvl2pPr>
              <a:defRPr sz="975" b="1">
                <a:solidFill>
                  <a:srgbClr val="F0C48F"/>
                </a:solidFill>
              </a:defRPr>
            </a:lvl2pPr>
            <a:lvl3pPr>
              <a:defRPr sz="975" b="1">
                <a:solidFill>
                  <a:srgbClr val="F0C48F"/>
                </a:solidFill>
              </a:defRPr>
            </a:lvl3pPr>
            <a:lvl4pPr>
              <a:defRPr sz="975" b="1">
                <a:solidFill>
                  <a:srgbClr val="F0C48F"/>
                </a:solidFill>
              </a:defRPr>
            </a:lvl4pPr>
            <a:lvl5pPr>
              <a:defRPr sz="975" b="1">
                <a:solidFill>
                  <a:srgbClr val="F0C48F"/>
                </a:solidFill>
              </a:defRPr>
            </a:lvl5pPr>
            <a:lvl6pPr>
              <a:defRPr sz="975" b="1">
                <a:solidFill>
                  <a:srgbClr val="F0C48F"/>
                </a:solidFill>
              </a:defRPr>
            </a:lvl6pPr>
            <a:lvl7pPr>
              <a:defRPr sz="975" b="1">
                <a:solidFill>
                  <a:srgbClr val="F0C48F"/>
                </a:solidFill>
              </a:defRPr>
            </a:lvl7pPr>
            <a:lvl8pPr>
              <a:defRPr sz="975" b="1">
                <a:solidFill>
                  <a:srgbClr val="F0C48F"/>
                </a:solidFill>
              </a:defRPr>
            </a:lvl8pPr>
            <a:lvl9pPr>
              <a:defRPr sz="975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0C48F"/>
                </a:solidFill>
              </a:defRPr>
            </a:pPr>
            <a:r>
              <a:rPr sz="975" b="1">
                <a:solidFill>
                  <a:srgbClr val="F0C48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853F0-60C4-4176-BDBF-4AC4496E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9BDB7"/>
                </a:solidFill>
              </a:defRPr>
            </a:defPPr>
            <a:lvl1pPr>
              <a:defRPr sz="975" b="1">
                <a:solidFill>
                  <a:srgbClr val="A9BDB7"/>
                </a:solidFill>
              </a:defRPr>
            </a:lvl1pPr>
            <a:lvl2pPr>
              <a:defRPr sz="975" b="1">
                <a:solidFill>
                  <a:srgbClr val="A9BDB7"/>
                </a:solidFill>
              </a:defRPr>
            </a:lvl2pPr>
            <a:lvl3pPr>
              <a:defRPr sz="975" b="1">
                <a:solidFill>
                  <a:srgbClr val="A9BDB7"/>
                </a:solidFill>
              </a:defRPr>
            </a:lvl3pPr>
            <a:lvl4pPr>
              <a:defRPr sz="975" b="1">
                <a:solidFill>
                  <a:srgbClr val="A9BDB7"/>
                </a:solidFill>
              </a:defRPr>
            </a:lvl4pPr>
            <a:lvl5pPr>
              <a:defRPr sz="975" b="1">
                <a:solidFill>
                  <a:srgbClr val="A9BDB7"/>
                </a:solidFill>
              </a:defRPr>
            </a:lvl5pPr>
            <a:lvl6pPr>
              <a:defRPr sz="975" b="1">
                <a:solidFill>
                  <a:srgbClr val="A9BDB7"/>
                </a:solidFill>
              </a:defRPr>
            </a:lvl6pPr>
            <a:lvl7pPr>
              <a:defRPr sz="975" b="1">
                <a:solidFill>
                  <a:srgbClr val="A9BDB7"/>
                </a:solidFill>
              </a:defRPr>
            </a:lvl7pPr>
            <a:lvl8pPr>
              <a:defRPr sz="975" b="1">
                <a:solidFill>
                  <a:srgbClr val="A9BDB7"/>
                </a:solidFill>
              </a:defRPr>
            </a:lvl8pPr>
            <a:lvl9pPr>
              <a:defRPr sz="975" b="1">
                <a:solidFill>
                  <a:srgbClr val="A9BDB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9BDB7"/>
                </a:solidFill>
              </a:defRPr>
            </a:pPr>
            <a:r>
              <a:rPr sz="975" b="1">
                <a:solidFill>
                  <a:srgbClr val="A9BDB7"/>
                </a:solidFill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8067E-8E53-4379-8731-8B4A26D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One record connects the full purchase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A810C-2604-43C9-8AFB-AB1BD4E1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7CBC5"/>
                </a:solidFill>
              </a:defRPr>
            </a:defPPr>
            <a:lvl1pPr>
              <a:defRPr sz="1650" b="0">
                <a:solidFill>
                  <a:srgbClr val="B7CBC5"/>
                </a:solidFill>
              </a:defRPr>
            </a:lvl1pPr>
            <a:lvl2pPr>
              <a:defRPr sz="1650" b="0">
                <a:solidFill>
                  <a:srgbClr val="B7CBC5"/>
                </a:solidFill>
              </a:defRPr>
            </a:lvl2pPr>
            <a:lvl3pPr>
              <a:defRPr sz="1650" b="0">
                <a:solidFill>
                  <a:srgbClr val="B7CBC5"/>
                </a:solidFill>
              </a:defRPr>
            </a:lvl3pPr>
            <a:lvl4pPr>
              <a:defRPr sz="1650" b="0">
                <a:solidFill>
                  <a:srgbClr val="B7CBC5"/>
                </a:solidFill>
              </a:defRPr>
            </a:lvl4pPr>
            <a:lvl5pPr>
              <a:defRPr sz="1650" b="0">
                <a:solidFill>
                  <a:srgbClr val="B7CBC5"/>
                </a:solidFill>
              </a:defRPr>
            </a:lvl5pPr>
            <a:lvl6pPr>
              <a:defRPr sz="1650" b="0">
                <a:solidFill>
                  <a:srgbClr val="B7CBC5"/>
                </a:solidFill>
              </a:defRPr>
            </a:lvl6pPr>
            <a:lvl7pPr>
              <a:defRPr sz="1650" b="0">
                <a:solidFill>
                  <a:srgbClr val="B7CBC5"/>
                </a:solidFill>
              </a:defRPr>
            </a:lvl7pPr>
            <a:lvl8pPr>
              <a:defRPr sz="1650" b="0">
                <a:solidFill>
                  <a:srgbClr val="B7CBC5"/>
                </a:solidFill>
              </a:defRPr>
            </a:lvl8pPr>
            <a:lvl9pPr>
              <a:defRPr sz="1650" b="0">
                <a:solidFill>
                  <a:srgbClr val="B7CBC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7CBC5"/>
                </a:solidFill>
              </a:defRPr>
            </a:pPr>
            <a:r>
              <a:rPr sz="1650" b="0">
                <a:solidFill>
                  <a:srgbClr val="B7CBC5"/>
                </a:solidFill>
              </a:rPr>
              <a:t>Identity follows the user. Context follows the expense.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93310-FD19-43EE-946A-14C70028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33625" cy="238125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285D50"/>
          </a:solidFill>
          <a:ln xmlns:a="http://schemas.openxmlformats.org/drawingml/2006/main" w="9525">
            <a:solidFill>
              <a:srgbClr val="3A66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80D17-77F9-4E7E-AF97-DE759F3C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0C48F"/>
                </a:solidFill>
              </a:defRPr>
            </a:defPPr>
            <a:lvl1pPr>
              <a:defRPr sz="1050" b="1">
                <a:solidFill>
                  <a:srgbClr val="F0C48F"/>
                </a:solidFill>
              </a:defRPr>
            </a:lvl1pPr>
            <a:lvl2pPr>
              <a:defRPr sz="1050" b="1">
                <a:solidFill>
                  <a:srgbClr val="F0C48F"/>
                </a:solidFill>
              </a:defRPr>
            </a:lvl2pPr>
            <a:lvl3pPr>
              <a:defRPr sz="1050" b="1">
                <a:solidFill>
                  <a:srgbClr val="F0C48F"/>
                </a:solidFill>
              </a:defRPr>
            </a:lvl3pPr>
            <a:lvl4pPr>
              <a:defRPr sz="1050" b="1">
                <a:solidFill>
                  <a:srgbClr val="F0C48F"/>
                </a:solidFill>
              </a:defRPr>
            </a:lvl4pPr>
            <a:lvl5pPr>
              <a:defRPr sz="1050" b="1">
                <a:solidFill>
                  <a:srgbClr val="F0C48F"/>
                </a:solidFill>
              </a:defRPr>
            </a:lvl5pPr>
            <a:lvl6pPr>
              <a:defRPr sz="1050" b="1">
                <a:solidFill>
                  <a:srgbClr val="F0C48F"/>
                </a:solidFill>
              </a:defRPr>
            </a:lvl6pPr>
            <a:lvl7pPr>
              <a:defRPr sz="1050" b="1">
                <a:solidFill>
                  <a:srgbClr val="F0C48F"/>
                </a:solidFill>
              </a:defRPr>
            </a:lvl7pPr>
            <a:lvl8pPr>
              <a:defRPr sz="1050" b="1">
                <a:solidFill>
                  <a:srgbClr val="F0C48F"/>
                </a:solidFill>
              </a:defRPr>
            </a:lvl8pPr>
            <a:lvl9pPr>
              <a:defRPr sz="1050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C48F"/>
                </a:solidFill>
              </a:defRPr>
            </a:pPr>
            <a:r>
              <a:rPr sz="1050" b="1">
                <a:solidFill>
                  <a:srgbClr val="F0C48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2FD9F-B692-4941-8BC4-3AAC5C2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Identify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E9A92-9CAE-4D4A-90A4-2CB06AC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AC5"/>
                </a:solidFill>
              </a:defRPr>
            </a:defPPr>
            <a:lvl1pPr>
              <a:defRPr sz="1275" b="0">
                <a:solidFill>
                  <a:srgbClr val="B8CAC5"/>
                </a:solidFill>
              </a:defRPr>
            </a:lvl1pPr>
            <a:lvl2pPr>
              <a:defRPr sz="1275" b="0">
                <a:solidFill>
                  <a:srgbClr val="B8CAC5"/>
                </a:solidFill>
              </a:defRPr>
            </a:lvl2pPr>
            <a:lvl3pPr>
              <a:defRPr sz="1275" b="0">
                <a:solidFill>
                  <a:srgbClr val="B8CAC5"/>
                </a:solidFill>
              </a:defRPr>
            </a:lvl3pPr>
            <a:lvl4pPr>
              <a:defRPr sz="1275" b="0">
                <a:solidFill>
                  <a:srgbClr val="B8CAC5"/>
                </a:solidFill>
              </a:defRPr>
            </a:lvl4pPr>
            <a:lvl5pPr>
              <a:defRPr sz="1275" b="0">
                <a:solidFill>
                  <a:srgbClr val="B8CAC5"/>
                </a:solidFill>
              </a:defRPr>
            </a:lvl5pPr>
            <a:lvl6pPr>
              <a:defRPr sz="1275" b="0">
                <a:solidFill>
                  <a:srgbClr val="B8CAC5"/>
                </a:solidFill>
              </a:defRPr>
            </a:lvl6pPr>
            <a:lvl7pPr>
              <a:defRPr sz="1275" b="0">
                <a:solidFill>
                  <a:srgbClr val="B8CAC5"/>
                </a:solidFill>
              </a:defRPr>
            </a:lvl7pPr>
            <a:lvl8pPr>
              <a:defRPr sz="1275" b="0">
                <a:solidFill>
                  <a:srgbClr val="B8CAC5"/>
                </a:solidFill>
              </a:defRPr>
            </a:lvl8pPr>
            <a:lvl9pPr>
              <a:defRPr sz="1275" b="0">
                <a:solidFill>
                  <a:srgbClr val="B8CAC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AC5"/>
                </a:solidFill>
              </a:defRPr>
            </a:pPr>
            <a:r>
              <a:rPr sz="1275" b="0">
                <a:solidFill>
                  <a:srgbClr val="B8CAC5"/>
                </a:solidFill>
              </a:rPr>
              <a:t>The active user and access level load with the workspace.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6DE66-8122-4972-A8BC-C9057CBB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385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F0C48F"/>
                </a:solidFill>
              </a:defRPr>
            </a:defPPr>
            <a:lvl1pPr>
              <a:defRPr sz="3000" b="0">
                <a:solidFill>
                  <a:srgbClr val="F0C48F"/>
                </a:solidFill>
              </a:defRPr>
            </a:lvl1pPr>
            <a:lvl2pPr>
              <a:defRPr sz="3000" b="0">
                <a:solidFill>
                  <a:srgbClr val="F0C48F"/>
                </a:solidFill>
              </a:defRPr>
            </a:lvl2pPr>
            <a:lvl3pPr>
              <a:defRPr sz="3000" b="0">
                <a:solidFill>
                  <a:srgbClr val="F0C48F"/>
                </a:solidFill>
              </a:defRPr>
            </a:lvl3pPr>
            <a:lvl4pPr>
              <a:defRPr sz="3000" b="0">
                <a:solidFill>
                  <a:srgbClr val="F0C48F"/>
                </a:solidFill>
              </a:defRPr>
            </a:lvl4pPr>
            <a:lvl5pPr>
              <a:defRPr sz="3000" b="0">
                <a:solidFill>
                  <a:srgbClr val="F0C48F"/>
                </a:solidFill>
              </a:defRPr>
            </a:lvl5pPr>
            <a:lvl6pPr>
              <a:defRPr sz="3000" b="0">
                <a:solidFill>
                  <a:srgbClr val="F0C48F"/>
                </a:solidFill>
              </a:defRPr>
            </a:lvl6pPr>
            <a:lvl7pPr>
              <a:defRPr sz="3000" b="0">
                <a:solidFill>
                  <a:srgbClr val="F0C48F"/>
                </a:solidFill>
              </a:defRPr>
            </a:lvl7pPr>
            <a:lvl8pPr>
              <a:defRPr sz="3000" b="0">
                <a:solidFill>
                  <a:srgbClr val="F0C48F"/>
                </a:solidFill>
              </a:defRPr>
            </a:lvl8pPr>
            <a:lvl9pPr>
              <a:defRPr sz="3000" b="0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0C48F"/>
                </a:solidFill>
              </a:defRPr>
            </a:pPr>
            <a:r>
              <a:rPr sz="3000" b="0">
                <a:solidFill>
                  <a:srgbClr val="F0C48F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88B2A-778C-45EF-A940-AB277BE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333625" cy="238125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204A40"/>
          </a:solidFill>
          <a:ln xmlns:a="http://schemas.openxmlformats.org/drawingml/2006/main" w="9525">
            <a:solidFill>
              <a:srgbClr val="3A66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8C1D6-441D-46D0-AB2E-7C807EB0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0C48F"/>
                </a:solidFill>
              </a:defRPr>
            </a:defPPr>
            <a:lvl1pPr>
              <a:defRPr sz="1050" b="1">
                <a:solidFill>
                  <a:srgbClr val="F0C48F"/>
                </a:solidFill>
              </a:defRPr>
            </a:lvl1pPr>
            <a:lvl2pPr>
              <a:defRPr sz="1050" b="1">
                <a:solidFill>
                  <a:srgbClr val="F0C48F"/>
                </a:solidFill>
              </a:defRPr>
            </a:lvl2pPr>
            <a:lvl3pPr>
              <a:defRPr sz="1050" b="1">
                <a:solidFill>
                  <a:srgbClr val="F0C48F"/>
                </a:solidFill>
              </a:defRPr>
            </a:lvl3pPr>
            <a:lvl4pPr>
              <a:defRPr sz="1050" b="1">
                <a:solidFill>
                  <a:srgbClr val="F0C48F"/>
                </a:solidFill>
              </a:defRPr>
            </a:lvl4pPr>
            <a:lvl5pPr>
              <a:defRPr sz="1050" b="1">
                <a:solidFill>
                  <a:srgbClr val="F0C48F"/>
                </a:solidFill>
              </a:defRPr>
            </a:lvl5pPr>
            <a:lvl6pPr>
              <a:defRPr sz="1050" b="1">
                <a:solidFill>
                  <a:srgbClr val="F0C48F"/>
                </a:solidFill>
              </a:defRPr>
            </a:lvl6pPr>
            <a:lvl7pPr>
              <a:defRPr sz="1050" b="1">
                <a:solidFill>
                  <a:srgbClr val="F0C48F"/>
                </a:solidFill>
              </a:defRPr>
            </a:lvl7pPr>
            <a:lvl8pPr>
              <a:defRPr sz="1050" b="1">
                <a:solidFill>
                  <a:srgbClr val="F0C48F"/>
                </a:solidFill>
              </a:defRPr>
            </a:lvl8pPr>
            <a:lvl9pPr>
              <a:defRPr sz="1050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C48F"/>
                </a:solidFill>
              </a:defRPr>
            </a:pPr>
            <a:r>
              <a:rPr sz="1050" b="1">
                <a:solidFill>
                  <a:srgbClr val="F0C48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671D4-967A-4088-A61D-1307D420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433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09DB8-5612-4E9C-899C-8AF21898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AC5"/>
                </a:solidFill>
              </a:defRPr>
            </a:defPPr>
            <a:lvl1pPr>
              <a:defRPr sz="1275" b="0">
                <a:solidFill>
                  <a:srgbClr val="B8CAC5"/>
                </a:solidFill>
              </a:defRPr>
            </a:lvl1pPr>
            <a:lvl2pPr>
              <a:defRPr sz="1275" b="0">
                <a:solidFill>
                  <a:srgbClr val="B8CAC5"/>
                </a:solidFill>
              </a:defRPr>
            </a:lvl2pPr>
            <a:lvl3pPr>
              <a:defRPr sz="1275" b="0">
                <a:solidFill>
                  <a:srgbClr val="B8CAC5"/>
                </a:solidFill>
              </a:defRPr>
            </a:lvl3pPr>
            <a:lvl4pPr>
              <a:defRPr sz="1275" b="0">
                <a:solidFill>
                  <a:srgbClr val="B8CAC5"/>
                </a:solidFill>
              </a:defRPr>
            </a:lvl4pPr>
            <a:lvl5pPr>
              <a:defRPr sz="1275" b="0">
                <a:solidFill>
                  <a:srgbClr val="B8CAC5"/>
                </a:solidFill>
              </a:defRPr>
            </a:lvl5pPr>
            <a:lvl6pPr>
              <a:defRPr sz="1275" b="0">
                <a:solidFill>
                  <a:srgbClr val="B8CAC5"/>
                </a:solidFill>
              </a:defRPr>
            </a:lvl6pPr>
            <a:lvl7pPr>
              <a:defRPr sz="1275" b="0">
                <a:solidFill>
                  <a:srgbClr val="B8CAC5"/>
                </a:solidFill>
              </a:defRPr>
            </a:lvl7pPr>
            <a:lvl8pPr>
              <a:defRPr sz="1275" b="0">
                <a:solidFill>
                  <a:srgbClr val="B8CAC5"/>
                </a:solidFill>
              </a:defRPr>
            </a:lvl8pPr>
            <a:lvl9pPr>
              <a:defRPr sz="1275" b="0">
                <a:solidFill>
                  <a:srgbClr val="B8CAC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AC5"/>
                </a:solidFill>
              </a:defRPr>
            </a:pPr>
            <a:r>
              <a:rPr sz="1275" b="0">
                <a:solidFill>
                  <a:srgbClr val="B8CAC5"/>
                </a:solidFill>
              </a:rPr>
              <a:t>A single form records item, date, vendor, reason, and price.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106AC-98AD-4E20-84A5-87C9685C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6385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F0C48F"/>
                </a:solidFill>
              </a:defRPr>
            </a:defPPr>
            <a:lvl1pPr>
              <a:defRPr sz="3000" b="0">
                <a:solidFill>
                  <a:srgbClr val="F0C48F"/>
                </a:solidFill>
              </a:defRPr>
            </a:lvl1pPr>
            <a:lvl2pPr>
              <a:defRPr sz="3000" b="0">
                <a:solidFill>
                  <a:srgbClr val="F0C48F"/>
                </a:solidFill>
              </a:defRPr>
            </a:lvl2pPr>
            <a:lvl3pPr>
              <a:defRPr sz="3000" b="0">
                <a:solidFill>
                  <a:srgbClr val="F0C48F"/>
                </a:solidFill>
              </a:defRPr>
            </a:lvl3pPr>
            <a:lvl4pPr>
              <a:defRPr sz="3000" b="0">
                <a:solidFill>
                  <a:srgbClr val="F0C48F"/>
                </a:solidFill>
              </a:defRPr>
            </a:lvl4pPr>
            <a:lvl5pPr>
              <a:defRPr sz="3000" b="0">
                <a:solidFill>
                  <a:srgbClr val="F0C48F"/>
                </a:solidFill>
              </a:defRPr>
            </a:lvl5pPr>
            <a:lvl6pPr>
              <a:defRPr sz="3000" b="0">
                <a:solidFill>
                  <a:srgbClr val="F0C48F"/>
                </a:solidFill>
              </a:defRPr>
            </a:lvl6pPr>
            <a:lvl7pPr>
              <a:defRPr sz="3000" b="0">
                <a:solidFill>
                  <a:srgbClr val="F0C48F"/>
                </a:solidFill>
              </a:defRPr>
            </a:lvl7pPr>
            <a:lvl8pPr>
              <a:defRPr sz="3000" b="0">
                <a:solidFill>
                  <a:srgbClr val="F0C48F"/>
                </a:solidFill>
              </a:defRPr>
            </a:lvl8pPr>
            <a:lvl9pPr>
              <a:defRPr sz="3000" b="0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0C48F"/>
                </a:solidFill>
              </a:defRPr>
            </a:pPr>
            <a:r>
              <a:rPr sz="3000" b="0">
                <a:solidFill>
                  <a:srgbClr val="F0C48F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E9766-C7AD-4C92-8769-47569B81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333625" cy="238125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204A40"/>
          </a:solidFill>
          <a:ln xmlns:a="http://schemas.openxmlformats.org/drawingml/2006/main" w="9525">
            <a:solidFill>
              <a:srgbClr val="3A66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E1ABD-A604-4F39-B993-B4E2E097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0C48F"/>
                </a:solidFill>
              </a:defRPr>
            </a:defPPr>
            <a:lvl1pPr>
              <a:defRPr sz="1050" b="1">
                <a:solidFill>
                  <a:srgbClr val="F0C48F"/>
                </a:solidFill>
              </a:defRPr>
            </a:lvl1pPr>
            <a:lvl2pPr>
              <a:defRPr sz="1050" b="1">
                <a:solidFill>
                  <a:srgbClr val="F0C48F"/>
                </a:solidFill>
              </a:defRPr>
            </a:lvl2pPr>
            <a:lvl3pPr>
              <a:defRPr sz="1050" b="1">
                <a:solidFill>
                  <a:srgbClr val="F0C48F"/>
                </a:solidFill>
              </a:defRPr>
            </a:lvl3pPr>
            <a:lvl4pPr>
              <a:defRPr sz="1050" b="1">
                <a:solidFill>
                  <a:srgbClr val="F0C48F"/>
                </a:solidFill>
              </a:defRPr>
            </a:lvl4pPr>
            <a:lvl5pPr>
              <a:defRPr sz="1050" b="1">
                <a:solidFill>
                  <a:srgbClr val="F0C48F"/>
                </a:solidFill>
              </a:defRPr>
            </a:lvl5pPr>
            <a:lvl6pPr>
              <a:defRPr sz="1050" b="1">
                <a:solidFill>
                  <a:srgbClr val="F0C48F"/>
                </a:solidFill>
              </a:defRPr>
            </a:lvl6pPr>
            <a:lvl7pPr>
              <a:defRPr sz="1050" b="1">
                <a:solidFill>
                  <a:srgbClr val="F0C48F"/>
                </a:solidFill>
              </a:defRPr>
            </a:lvl7pPr>
            <a:lvl8pPr>
              <a:defRPr sz="1050" b="1">
                <a:solidFill>
                  <a:srgbClr val="F0C48F"/>
                </a:solidFill>
              </a:defRPr>
            </a:lvl8pPr>
            <a:lvl9pPr>
              <a:defRPr sz="1050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C48F"/>
                </a:solidFill>
              </a:defRPr>
            </a:pPr>
            <a:r>
              <a:rPr sz="1050" b="1">
                <a:solidFill>
                  <a:srgbClr val="F0C48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4856F-DA85-4FFC-ABB6-A4CE1B7D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3157C-19B7-4046-9997-6C2F5F03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AC5"/>
                </a:solidFill>
              </a:defRPr>
            </a:defPPr>
            <a:lvl1pPr>
              <a:defRPr sz="1275" b="0">
                <a:solidFill>
                  <a:srgbClr val="B8CAC5"/>
                </a:solidFill>
              </a:defRPr>
            </a:lvl1pPr>
            <a:lvl2pPr>
              <a:defRPr sz="1275" b="0">
                <a:solidFill>
                  <a:srgbClr val="B8CAC5"/>
                </a:solidFill>
              </a:defRPr>
            </a:lvl2pPr>
            <a:lvl3pPr>
              <a:defRPr sz="1275" b="0">
                <a:solidFill>
                  <a:srgbClr val="B8CAC5"/>
                </a:solidFill>
              </a:defRPr>
            </a:lvl3pPr>
            <a:lvl4pPr>
              <a:defRPr sz="1275" b="0">
                <a:solidFill>
                  <a:srgbClr val="B8CAC5"/>
                </a:solidFill>
              </a:defRPr>
            </a:lvl4pPr>
            <a:lvl5pPr>
              <a:defRPr sz="1275" b="0">
                <a:solidFill>
                  <a:srgbClr val="B8CAC5"/>
                </a:solidFill>
              </a:defRPr>
            </a:lvl5pPr>
            <a:lvl6pPr>
              <a:defRPr sz="1275" b="0">
                <a:solidFill>
                  <a:srgbClr val="B8CAC5"/>
                </a:solidFill>
              </a:defRPr>
            </a:lvl6pPr>
            <a:lvl7pPr>
              <a:defRPr sz="1275" b="0">
                <a:solidFill>
                  <a:srgbClr val="B8CAC5"/>
                </a:solidFill>
              </a:defRPr>
            </a:lvl7pPr>
            <a:lvl8pPr>
              <a:defRPr sz="1275" b="0">
                <a:solidFill>
                  <a:srgbClr val="B8CAC5"/>
                </a:solidFill>
              </a:defRPr>
            </a:lvl8pPr>
            <a:lvl9pPr>
              <a:defRPr sz="1275" b="0">
                <a:solidFill>
                  <a:srgbClr val="B8CAC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AC5"/>
                </a:solidFill>
              </a:defRPr>
            </a:pPr>
            <a:r>
              <a:rPr sz="1275" b="0">
                <a:solidFill>
                  <a:srgbClr val="B8CAC5"/>
                </a:solidFill>
              </a:rPr>
              <a:t>The purchase joins the purchaser’s profile automatically.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7C9CC-18B5-49DF-BED6-2F2C17A4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38550"/>
            <a:ext cx="32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F0C48F"/>
                </a:solidFill>
              </a:defRPr>
            </a:defPPr>
            <a:lvl1pPr>
              <a:defRPr sz="3000" b="0">
                <a:solidFill>
                  <a:srgbClr val="F0C48F"/>
                </a:solidFill>
              </a:defRPr>
            </a:lvl1pPr>
            <a:lvl2pPr>
              <a:defRPr sz="3000" b="0">
                <a:solidFill>
                  <a:srgbClr val="F0C48F"/>
                </a:solidFill>
              </a:defRPr>
            </a:lvl2pPr>
            <a:lvl3pPr>
              <a:defRPr sz="3000" b="0">
                <a:solidFill>
                  <a:srgbClr val="F0C48F"/>
                </a:solidFill>
              </a:defRPr>
            </a:lvl3pPr>
            <a:lvl4pPr>
              <a:defRPr sz="3000" b="0">
                <a:solidFill>
                  <a:srgbClr val="F0C48F"/>
                </a:solidFill>
              </a:defRPr>
            </a:lvl4pPr>
            <a:lvl5pPr>
              <a:defRPr sz="3000" b="0">
                <a:solidFill>
                  <a:srgbClr val="F0C48F"/>
                </a:solidFill>
              </a:defRPr>
            </a:lvl5pPr>
            <a:lvl6pPr>
              <a:defRPr sz="3000" b="0">
                <a:solidFill>
                  <a:srgbClr val="F0C48F"/>
                </a:solidFill>
              </a:defRPr>
            </a:lvl6pPr>
            <a:lvl7pPr>
              <a:defRPr sz="3000" b="0">
                <a:solidFill>
                  <a:srgbClr val="F0C48F"/>
                </a:solidFill>
              </a:defRPr>
            </a:lvl7pPr>
            <a:lvl8pPr>
              <a:defRPr sz="3000" b="0">
                <a:solidFill>
                  <a:srgbClr val="F0C48F"/>
                </a:solidFill>
              </a:defRPr>
            </a:lvl8pPr>
            <a:lvl9pPr>
              <a:defRPr sz="3000" b="0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0C48F"/>
                </a:solidFill>
              </a:defRPr>
            </a:pPr>
            <a:r>
              <a:rPr sz="3000" b="0">
                <a:solidFill>
                  <a:srgbClr val="F0C48F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6017E-3436-403E-A16C-B97B3457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2333625" cy="238125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204A40"/>
          </a:solidFill>
          <a:ln xmlns:a="http://schemas.openxmlformats.org/drawingml/2006/main" w="9525">
            <a:solidFill>
              <a:srgbClr val="3A66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120B1-342C-4F5E-AC09-8DCC0288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0C48F"/>
                </a:solidFill>
              </a:defRPr>
            </a:defPPr>
            <a:lvl1pPr>
              <a:defRPr sz="1050" b="1">
                <a:solidFill>
                  <a:srgbClr val="F0C48F"/>
                </a:solidFill>
              </a:defRPr>
            </a:lvl1pPr>
            <a:lvl2pPr>
              <a:defRPr sz="1050" b="1">
                <a:solidFill>
                  <a:srgbClr val="F0C48F"/>
                </a:solidFill>
              </a:defRPr>
            </a:lvl2pPr>
            <a:lvl3pPr>
              <a:defRPr sz="1050" b="1">
                <a:solidFill>
                  <a:srgbClr val="F0C48F"/>
                </a:solidFill>
              </a:defRPr>
            </a:lvl3pPr>
            <a:lvl4pPr>
              <a:defRPr sz="1050" b="1">
                <a:solidFill>
                  <a:srgbClr val="F0C48F"/>
                </a:solidFill>
              </a:defRPr>
            </a:lvl4pPr>
            <a:lvl5pPr>
              <a:defRPr sz="1050" b="1">
                <a:solidFill>
                  <a:srgbClr val="F0C48F"/>
                </a:solidFill>
              </a:defRPr>
            </a:lvl5pPr>
            <a:lvl6pPr>
              <a:defRPr sz="1050" b="1">
                <a:solidFill>
                  <a:srgbClr val="F0C48F"/>
                </a:solidFill>
              </a:defRPr>
            </a:lvl6pPr>
            <a:lvl7pPr>
              <a:defRPr sz="1050" b="1">
                <a:solidFill>
                  <a:srgbClr val="F0C48F"/>
                </a:solidFill>
              </a:defRPr>
            </a:lvl7pPr>
            <a:lvl8pPr>
              <a:defRPr sz="1050" b="1">
                <a:solidFill>
                  <a:srgbClr val="F0C48F"/>
                </a:solidFill>
              </a:defRPr>
            </a:lvl8pPr>
            <a:lvl9pPr>
              <a:defRPr sz="1050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0C48F"/>
                </a:solidFill>
              </a:defRPr>
            </a:pPr>
            <a:r>
              <a:rPr sz="1050" b="1">
                <a:solidFill>
                  <a:srgbClr val="F0C48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7138D-ABD1-4E45-AAAD-08B59586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C4732-9ECC-41BD-9C7D-A8970D0B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AC5"/>
                </a:solidFill>
              </a:defRPr>
            </a:defPPr>
            <a:lvl1pPr>
              <a:defRPr sz="1275" b="0">
                <a:solidFill>
                  <a:srgbClr val="B8CAC5"/>
                </a:solidFill>
              </a:defRPr>
            </a:lvl1pPr>
            <a:lvl2pPr>
              <a:defRPr sz="1275" b="0">
                <a:solidFill>
                  <a:srgbClr val="B8CAC5"/>
                </a:solidFill>
              </a:defRPr>
            </a:lvl2pPr>
            <a:lvl3pPr>
              <a:defRPr sz="1275" b="0">
                <a:solidFill>
                  <a:srgbClr val="B8CAC5"/>
                </a:solidFill>
              </a:defRPr>
            </a:lvl3pPr>
            <a:lvl4pPr>
              <a:defRPr sz="1275" b="0">
                <a:solidFill>
                  <a:srgbClr val="B8CAC5"/>
                </a:solidFill>
              </a:defRPr>
            </a:lvl4pPr>
            <a:lvl5pPr>
              <a:defRPr sz="1275" b="0">
                <a:solidFill>
                  <a:srgbClr val="B8CAC5"/>
                </a:solidFill>
              </a:defRPr>
            </a:lvl5pPr>
            <a:lvl6pPr>
              <a:defRPr sz="1275" b="0">
                <a:solidFill>
                  <a:srgbClr val="B8CAC5"/>
                </a:solidFill>
              </a:defRPr>
            </a:lvl6pPr>
            <a:lvl7pPr>
              <a:defRPr sz="1275" b="0">
                <a:solidFill>
                  <a:srgbClr val="B8CAC5"/>
                </a:solidFill>
              </a:defRPr>
            </a:lvl7pPr>
            <a:lvl8pPr>
              <a:defRPr sz="1275" b="0">
                <a:solidFill>
                  <a:srgbClr val="B8CAC5"/>
                </a:solidFill>
              </a:defRPr>
            </a:lvl8pPr>
            <a:lvl9pPr>
              <a:defRPr sz="1275" b="0">
                <a:solidFill>
                  <a:srgbClr val="B8CAC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AC5"/>
                </a:solidFill>
              </a:defRPr>
            </a:pPr>
            <a:r>
              <a:rPr sz="1275" b="0">
                <a:solidFill>
                  <a:srgbClr val="B8CAC5"/>
                </a:solidFill>
              </a:rPr>
              <a:t>Managers see totals by person, month, and expense type.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60046-1183-4EA5-8B54-D9A60200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6A39B"/>
                </a:solidFill>
              </a:defRPr>
            </a:defPPr>
            <a:lvl1pPr>
              <a:defRPr sz="750" b="1">
                <a:solidFill>
                  <a:srgbClr val="86A39B"/>
                </a:solidFill>
              </a:defRPr>
            </a:lvl1pPr>
            <a:lvl2pPr>
              <a:defRPr sz="750" b="1">
                <a:solidFill>
                  <a:srgbClr val="86A39B"/>
                </a:solidFill>
              </a:defRPr>
            </a:lvl2pPr>
            <a:lvl3pPr>
              <a:defRPr sz="750" b="1">
                <a:solidFill>
                  <a:srgbClr val="86A39B"/>
                </a:solidFill>
              </a:defRPr>
            </a:lvl3pPr>
            <a:lvl4pPr>
              <a:defRPr sz="750" b="1">
                <a:solidFill>
                  <a:srgbClr val="86A39B"/>
                </a:solidFill>
              </a:defRPr>
            </a:lvl4pPr>
            <a:lvl5pPr>
              <a:defRPr sz="750" b="1">
                <a:solidFill>
                  <a:srgbClr val="86A39B"/>
                </a:solidFill>
              </a:defRPr>
            </a:lvl5pPr>
            <a:lvl6pPr>
              <a:defRPr sz="750" b="1">
                <a:solidFill>
                  <a:srgbClr val="86A39B"/>
                </a:solidFill>
              </a:defRPr>
            </a:lvl6pPr>
            <a:lvl7pPr>
              <a:defRPr sz="750" b="1">
                <a:solidFill>
                  <a:srgbClr val="86A39B"/>
                </a:solidFill>
              </a:defRPr>
            </a:lvl7pPr>
            <a:lvl8pPr>
              <a:defRPr sz="750" b="1">
                <a:solidFill>
                  <a:srgbClr val="86A39B"/>
                </a:solidFill>
              </a:defRPr>
            </a:lvl8pPr>
            <a:lvl9pPr>
              <a:defRPr sz="750" b="1">
                <a:solidFill>
                  <a:srgbClr val="86A39B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6A39B"/>
                </a:solidFill>
              </a:defRPr>
            </a:pPr>
            <a:r>
              <a:rPr sz="750" b="1">
                <a:solidFill>
                  <a:srgbClr val="86A39B"/>
                </a:solidFill>
              </a:rPr>
              <a:t>NORTHSTAR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FEE0A-CDC0-4695-9386-17F0C025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6A39B"/>
                </a:solidFill>
              </a:defRPr>
            </a:defPPr>
            <a:lvl1pPr>
              <a:defRPr sz="750" b="1">
                <a:solidFill>
                  <a:srgbClr val="86A39B"/>
                </a:solidFill>
              </a:defRPr>
            </a:lvl1pPr>
            <a:lvl2pPr>
              <a:defRPr sz="750" b="1">
                <a:solidFill>
                  <a:srgbClr val="86A39B"/>
                </a:solidFill>
              </a:defRPr>
            </a:lvl2pPr>
            <a:lvl3pPr>
              <a:defRPr sz="750" b="1">
                <a:solidFill>
                  <a:srgbClr val="86A39B"/>
                </a:solidFill>
              </a:defRPr>
            </a:lvl3pPr>
            <a:lvl4pPr>
              <a:defRPr sz="750" b="1">
                <a:solidFill>
                  <a:srgbClr val="86A39B"/>
                </a:solidFill>
              </a:defRPr>
            </a:lvl4pPr>
            <a:lvl5pPr>
              <a:defRPr sz="750" b="1">
                <a:solidFill>
                  <a:srgbClr val="86A39B"/>
                </a:solidFill>
              </a:defRPr>
            </a:lvl5pPr>
            <a:lvl6pPr>
              <a:defRPr sz="750" b="1">
                <a:solidFill>
                  <a:srgbClr val="86A39B"/>
                </a:solidFill>
              </a:defRPr>
            </a:lvl6pPr>
            <a:lvl7pPr>
              <a:defRPr sz="750" b="1">
                <a:solidFill>
                  <a:srgbClr val="86A39B"/>
                </a:solidFill>
              </a:defRPr>
            </a:lvl7pPr>
            <a:lvl8pPr>
              <a:defRPr sz="750" b="1">
                <a:solidFill>
                  <a:srgbClr val="86A39B"/>
                </a:solidFill>
              </a:defRPr>
            </a:lvl8pPr>
            <a:lvl9pPr>
              <a:defRPr sz="750" b="1">
                <a:solidFill>
                  <a:srgbClr val="86A39B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6A39B"/>
                </a:solidFill>
              </a:defRPr>
            </a:pPr>
            <a:r>
              <a:rPr sz="750" b="1">
                <a:solidFill>
                  <a:srgbClr val="86A39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9857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8AA12-EF6E-41C5-8F78-7ECAA3DE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5D50"/>
                </a:solidFill>
              </a:defRPr>
            </a:defPPr>
            <a:lvl1pPr>
              <a:defRPr sz="975" b="1">
                <a:solidFill>
                  <a:srgbClr val="285D50"/>
                </a:solidFill>
              </a:defRPr>
            </a:lvl1pPr>
            <a:lvl2pPr>
              <a:defRPr sz="975" b="1">
                <a:solidFill>
                  <a:srgbClr val="285D50"/>
                </a:solidFill>
              </a:defRPr>
            </a:lvl2pPr>
            <a:lvl3pPr>
              <a:defRPr sz="975" b="1">
                <a:solidFill>
                  <a:srgbClr val="285D50"/>
                </a:solidFill>
              </a:defRPr>
            </a:lvl3pPr>
            <a:lvl4pPr>
              <a:defRPr sz="975" b="1">
                <a:solidFill>
                  <a:srgbClr val="285D50"/>
                </a:solidFill>
              </a:defRPr>
            </a:lvl4pPr>
            <a:lvl5pPr>
              <a:defRPr sz="975" b="1">
                <a:solidFill>
                  <a:srgbClr val="285D50"/>
                </a:solidFill>
              </a:defRPr>
            </a:lvl5pPr>
            <a:lvl6pPr>
              <a:defRPr sz="975" b="1">
                <a:solidFill>
                  <a:srgbClr val="285D50"/>
                </a:solidFill>
              </a:defRPr>
            </a:lvl6pPr>
            <a:lvl7pPr>
              <a:defRPr sz="975" b="1">
                <a:solidFill>
                  <a:srgbClr val="285D50"/>
                </a:solidFill>
              </a:defRPr>
            </a:lvl7pPr>
            <a:lvl8pPr>
              <a:defRPr sz="975" b="1">
                <a:solidFill>
                  <a:srgbClr val="285D50"/>
                </a:solidFill>
              </a:defRPr>
            </a:lvl8pPr>
            <a:lvl9pPr>
              <a:defRPr sz="975" b="1">
                <a:solidFill>
                  <a:srgbClr val="285D5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5D50"/>
                </a:solidFill>
              </a:defRPr>
            </a:pPr>
            <a:r>
              <a:rPr sz="975" b="1">
                <a:solidFill>
                  <a:srgbClr val="285D5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0816B-EDF4-46AC-952C-4F9A0124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1807B"/>
                </a:solidFill>
              </a:defRPr>
            </a:defPPr>
            <a:lvl1pPr>
              <a:defRPr sz="975" b="1">
                <a:solidFill>
                  <a:srgbClr val="71807B"/>
                </a:solidFill>
              </a:defRPr>
            </a:lvl1pPr>
            <a:lvl2pPr>
              <a:defRPr sz="975" b="1">
                <a:solidFill>
                  <a:srgbClr val="71807B"/>
                </a:solidFill>
              </a:defRPr>
            </a:lvl2pPr>
            <a:lvl3pPr>
              <a:defRPr sz="975" b="1">
                <a:solidFill>
                  <a:srgbClr val="71807B"/>
                </a:solidFill>
              </a:defRPr>
            </a:lvl3pPr>
            <a:lvl4pPr>
              <a:defRPr sz="975" b="1">
                <a:solidFill>
                  <a:srgbClr val="71807B"/>
                </a:solidFill>
              </a:defRPr>
            </a:lvl4pPr>
            <a:lvl5pPr>
              <a:defRPr sz="975" b="1">
                <a:solidFill>
                  <a:srgbClr val="71807B"/>
                </a:solidFill>
              </a:defRPr>
            </a:lvl5pPr>
            <a:lvl6pPr>
              <a:defRPr sz="975" b="1">
                <a:solidFill>
                  <a:srgbClr val="71807B"/>
                </a:solidFill>
              </a:defRPr>
            </a:lvl6pPr>
            <a:lvl7pPr>
              <a:defRPr sz="975" b="1">
                <a:solidFill>
                  <a:srgbClr val="71807B"/>
                </a:solidFill>
              </a:defRPr>
            </a:lvl7pPr>
            <a:lvl8pPr>
              <a:defRPr sz="975" b="1">
                <a:solidFill>
                  <a:srgbClr val="71807B"/>
                </a:solidFill>
              </a:defRPr>
            </a:lvl8pPr>
            <a:lvl9pPr>
              <a:defRPr sz="975" b="1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1807B"/>
                </a:solidFill>
              </a:defRPr>
            </a:pPr>
            <a:r>
              <a:rPr sz="975" b="1">
                <a:solidFill>
                  <a:srgbClr val="71807B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D6F1E-D270-4315-8E07-EFF94281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76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723"/>
                </a:solidFill>
              </a:defRPr>
            </a:defPPr>
            <a:lvl1pPr>
              <a:defRPr sz="3300" b="1">
                <a:solidFill>
                  <a:srgbClr val="182723"/>
                </a:solidFill>
              </a:defRPr>
            </a:lvl1pPr>
            <a:lvl2pPr>
              <a:defRPr sz="3300" b="1">
                <a:solidFill>
                  <a:srgbClr val="182723"/>
                </a:solidFill>
              </a:defRPr>
            </a:lvl2pPr>
            <a:lvl3pPr>
              <a:defRPr sz="3300" b="1">
                <a:solidFill>
                  <a:srgbClr val="182723"/>
                </a:solidFill>
              </a:defRPr>
            </a:lvl3pPr>
            <a:lvl4pPr>
              <a:defRPr sz="3300" b="1">
                <a:solidFill>
                  <a:srgbClr val="182723"/>
                </a:solidFill>
              </a:defRPr>
            </a:lvl4pPr>
            <a:lvl5pPr>
              <a:defRPr sz="3300" b="1">
                <a:solidFill>
                  <a:srgbClr val="182723"/>
                </a:solidFill>
              </a:defRPr>
            </a:lvl5pPr>
            <a:lvl6pPr>
              <a:defRPr sz="3300" b="1">
                <a:solidFill>
                  <a:srgbClr val="182723"/>
                </a:solidFill>
              </a:defRPr>
            </a:lvl6pPr>
            <a:lvl7pPr>
              <a:defRPr sz="3300" b="1">
                <a:solidFill>
                  <a:srgbClr val="182723"/>
                </a:solidFill>
              </a:defRPr>
            </a:lvl7pPr>
            <a:lvl8pPr>
              <a:defRPr sz="3300" b="1">
                <a:solidFill>
                  <a:srgbClr val="182723"/>
                </a:solidFill>
              </a:defRPr>
            </a:lvl8pPr>
            <a:lvl9pPr>
              <a:defRPr sz="330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723"/>
                </a:solidFill>
              </a:defRPr>
            </a:pPr>
            <a:r>
              <a:rPr sz="3300" b="1">
                <a:solidFill>
                  <a:srgbClr val="182723"/>
                </a:solidFill>
              </a:rPr>
              <a:t>The budget picture, ready at a glance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E38DB-D036-4024-8397-8D298A9F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71807B"/>
                </a:solidFill>
              </a:defRPr>
            </a:defPPr>
            <a:lvl1pPr>
              <a:defRPr sz="1575" b="0">
                <a:solidFill>
                  <a:srgbClr val="71807B"/>
                </a:solidFill>
              </a:defRPr>
            </a:lvl1pPr>
            <a:lvl2pPr>
              <a:defRPr sz="1575" b="0">
                <a:solidFill>
                  <a:srgbClr val="71807B"/>
                </a:solidFill>
              </a:defRPr>
            </a:lvl2pPr>
            <a:lvl3pPr>
              <a:defRPr sz="1575" b="0">
                <a:solidFill>
                  <a:srgbClr val="71807B"/>
                </a:solidFill>
              </a:defRPr>
            </a:lvl3pPr>
            <a:lvl4pPr>
              <a:defRPr sz="1575" b="0">
                <a:solidFill>
                  <a:srgbClr val="71807B"/>
                </a:solidFill>
              </a:defRPr>
            </a:lvl4pPr>
            <a:lvl5pPr>
              <a:defRPr sz="1575" b="0">
                <a:solidFill>
                  <a:srgbClr val="71807B"/>
                </a:solidFill>
              </a:defRPr>
            </a:lvl5pPr>
            <a:lvl6pPr>
              <a:defRPr sz="1575" b="0">
                <a:solidFill>
                  <a:srgbClr val="71807B"/>
                </a:solidFill>
              </a:defRPr>
            </a:lvl6pPr>
            <a:lvl7pPr>
              <a:defRPr sz="1575" b="0">
                <a:solidFill>
                  <a:srgbClr val="71807B"/>
                </a:solidFill>
              </a:defRPr>
            </a:lvl7pPr>
            <a:lvl8pPr>
              <a:defRPr sz="1575" b="0">
                <a:solidFill>
                  <a:srgbClr val="71807B"/>
                </a:solidFill>
              </a:defRPr>
            </a:lvl8pPr>
            <a:lvl9pPr>
              <a:defRPr sz="1575" b="0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1807B"/>
                </a:solidFill>
              </a:defRPr>
            </a:pPr>
            <a:r>
              <a:rPr sz="1575" b="0">
                <a:solidFill>
                  <a:srgbClr val="71807B"/>
                </a:solidFill>
              </a:rPr>
              <a:t>Leads see spend, purchasing activity, category mix, and recent entries in one place.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6CAAF-C48E-4C5D-A9CE-E2E6D6A8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4DD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4830-11E2-42EB-B534-012561397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2f67d59f34280"/>
          <a:srcRect xmlns:a="http://schemas.openxmlformats.org/drawingml/2006/main" l="0" t="32157" r="0" b="321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571750"/>
            <a:ext cx="1051560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81B25-AF32-4373-998F-2845EF1B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A8A4"/>
                </a:solidFill>
              </a:defRPr>
            </a:defPPr>
            <a:lvl1pPr>
              <a:defRPr sz="750" b="1">
                <a:solidFill>
                  <a:srgbClr val="9CA8A4"/>
                </a:solidFill>
              </a:defRPr>
            </a:lvl1pPr>
            <a:lvl2pPr>
              <a:defRPr sz="750" b="1">
                <a:solidFill>
                  <a:srgbClr val="9CA8A4"/>
                </a:solidFill>
              </a:defRPr>
            </a:lvl2pPr>
            <a:lvl3pPr>
              <a:defRPr sz="750" b="1">
                <a:solidFill>
                  <a:srgbClr val="9CA8A4"/>
                </a:solidFill>
              </a:defRPr>
            </a:lvl3pPr>
            <a:lvl4pPr>
              <a:defRPr sz="750" b="1">
                <a:solidFill>
                  <a:srgbClr val="9CA8A4"/>
                </a:solidFill>
              </a:defRPr>
            </a:lvl4pPr>
            <a:lvl5pPr>
              <a:defRPr sz="750" b="1">
                <a:solidFill>
                  <a:srgbClr val="9CA8A4"/>
                </a:solidFill>
              </a:defRPr>
            </a:lvl5pPr>
            <a:lvl6pPr>
              <a:defRPr sz="750" b="1">
                <a:solidFill>
                  <a:srgbClr val="9CA8A4"/>
                </a:solidFill>
              </a:defRPr>
            </a:lvl6pPr>
            <a:lvl7pPr>
              <a:defRPr sz="750" b="1">
                <a:solidFill>
                  <a:srgbClr val="9CA8A4"/>
                </a:solidFill>
              </a:defRPr>
            </a:lvl7pPr>
            <a:lvl8pPr>
              <a:defRPr sz="750" b="1">
                <a:solidFill>
                  <a:srgbClr val="9CA8A4"/>
                </a:solidFill>
              </a:defRPr>
            </a:lvl8pPr>
            <a:lvl9pPr>
              <a:defRPr sz="7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A8A4"/>
                </a:solidFill>
              </a:defRPr>
            </a:pPr>
            <a:r>
              <a:rPr sz="750" b="1">
                <a:solidFill>
                  <a:srgbClr val="9CA8A4"/>
                </a:solidFill>
              </a:rPr>
              <a:t>NORTHSTAR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59C53-00F7-49C6-ABB6-FDAC1923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A8A4"/>
                </a:solidFill>
              </a:defRPr>
            </a:defPPr>
            <a:lvl1pPr>
              <a:defRPr sz="750" b="1">
                <a:solidFill>
                  <a:srgbClr val="9CA8A4"/>
                </a:solidFill>
              </a:defRPr>
            </a:lvl1pPr>
            <a:lvl2pPr>
              <a:defRPr sz="750" b="1">
                <a:solidFill>
                  <a:srgbClr val="9CA8A4"/>
                </a:solidFill>
              </a:defRPr>
            </a:lvl2pPr>
            <a:lvl3pPr>
              <a:defRPr sz="750" b="1">
                <a:solidFill>
                  <a:srgbClr val="9CA8A4"/>
                </a:solidFill>
              </a:defRPr>
            </a:lvl3pPr>
            <a:lvl4pPr>
              <a:defRPr sz="750" b="1">
                <a:solidFill>
                  <a:srgbClr val="9CA8A4"/>
                </a:solidFill>
              </a:defRPr>
            </a:lvl4pPr>
            <a:lvl5pPr>
              <a:defRPr sz="750" b="1">
                <a:solidFill>
                  <a:srgbClr val="9CA8A4"/>
                </a:solidFill>
              </a:defRPr>
            </a:lvl5pPr>
            <a:lvl6pPr>
              <a:defRPr sz="750" b="1">
                <a:solidFill>
                  <a:srgbClr val="9CA8A4"/>
                </a:solidFill>
              </a:defRPr>
            </a:lvl6pPr>
            <a:lvl7pPr>
              <a:defRPr sz="750" b="1">
                <a:solidFill>
                  <a:srgbClr val="9CA8A4"/>
                </a:solidFill>
              </a:defRPr>
            </a:lvl7pPr>
            <a:lvl8pPr>
              <a:defRPr sz="750" b="1">
                <a:solidFill>
                  <a:srgbClr val="9CA8A4"/>
                </a:solidFill>
              </a:defRPr>
            </a:lvl8pPr>
            <a:lvl9pPr>
              <a:defRPr sz="7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A8A4"/>
                </a:solidFill>
              </a:defRPr>
            </a:pPr>
            <a:r>
              <a:rPr sz="750" b="1">
                <a:solidFill>
                  <a:srgbClr val="9CA8A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1807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98CDA-E7E9-4576-8BAB-6883B7C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85D50"/>
                </a:solidFill>
              </a:defRPr>
            </a:defPPr>
            <a:lvl1pPr>
              <a:defRPr sz="975" b="1">
                <a:solidFill>
                  <a:srgbClr val="285D50"/>
                </a:solidFill>
              </a:defRPr>
            </a:lvl1pPr>
            <a:lvl2pPr>
              <a:defRPr sz="975" b="1">
                <a:solidFill>
                  <a:srgbClr val="285D50"/>
                </a:solidFill>
              </a:defRPr>
            </a:lvl2pPr>
            <a:lvl3pPr>
              <a:defRPr sz="975" b="1">
                <a:solidFill>
                  <a:srgbClr val="285D50"/>
                </a:solidFill>
              </a:defRPr>
            </a:lvl3pPr>
            <a:lvl4pPr>
              <a:defRPr sz="975" b="1">
                <a:solidFill>
                  <a:srgbClr val="285D50"/>
                </a:solidFill>
              </a:defRPr>
            </a:lvl4pPr>
            <a:lvl5pPr>
              <a:defRPr sz="975" b="1">
                <a:solidFill>
                  <a:srgbClr val="285D50"/>
                </a:solidFill>
              </a:defRPr>
            </a:lvl5pPr>
            <a:lvl6pPr>
              <a:defRPr sz="975" b="1">
                <a:solidFill>
                  <a:srgbClr val="285D50"/>
                </a:solidFill>
              </a:defRPr>
            </a:lvl6pPr>
            <a:lvl7pPr>
              <a:defRPr sz="975" b="1">
                <a:solidFill>
                  <a:srgbClr val="285D50"/>
                </a:solidFill>
              </a:defRPr>
            </a:lvl7pPr>
            <a:lvl8pPr>
              <a:defRPr sz="975" b="1">
                <a:solidFill>
                  <a:srgbClr val="285D50"/>
                </a:solidFill>
              </a:defRPr>
            </a:lvl8pPr>
            <a:lvl9pPr>
              <a:defRPr sz="975" b="1">
                <a:solidFill>
                  <a:srgbClr val="285D50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85D50"/>
                </a:solidFill>
              </a:defRPr>
            </a:pPr>
            <a:r>
              <a:rPr sz="975" b="1">
                <a:solidFill>
                  <a:srgbClr val="285D5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AAF34-1D78-4FEA-855F-B3A69DB7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1807B"/>
                </a:solidFill>
              </a:defRPr>
            </a:defPPr>
            <a:lvl1pPr>
              <a:defRPr sz="975" b="1">
                <a:solidFill>
                  <a:srgbClr val="71807B"/>
                </a:solidFill>
              </a:defRPr>
            </a:lvl1pPr>
            <a:lvl2pPr>
              <a:defRPr sz="975" b="1">
                <a:solidFill>
                  <a:srgbClr val="71807B"/>
                </a:solidFill>
              </a:defRPr>
            </a:lvl2pPr>
            <a:lvl3pPr>
              <a:defRPr sz="975" b="1">
                <a:solidFill>
                  <a:srgbClr val="71807B"/>
                </a:solidFill>
              </a:defRPr>
            </a:lvl3pPr>
            <a:lvl4pPr>
              <a:defRPr sz="975" b="1">
                <a:solidFill>
                  <a:srgbClr val="71807B"/>
                </a:solidFill>
              </a:defRPr>
            </a:lvl4pPr>
            <a:lvl5pPr>
              <a:defRPr sz="975" b="1">
                <a:solidFill>
                  <a:srgbClr val="71807B"/>
                </a:solidFill>
              </a:defRPr>
            </a:lvl5pPr>
            <a:lvl6pPr>
              <a:defRPr sz="975" b="1">
                <a:solidFill>
                  <a:srgbClr val="71807B"/>
                </a:solidFill>
              </a:defRPr>
            </a:lvl6pPr>
            <a:lvl7pPr>
              <a:defRPr sz="975" b="1">
                <a:solidFill>
                  <a:srgbClr val="71807B"/>
                </a:solidFill>
              </a:defRPr>
            </a:lvl7pPr>
            <a:lvl8pPr>
              <a:defRPr sz="975" b="1">
                <a:solidFill>
                  <a:srgbClr val="71807B"/>
                </a:solidFill>
              </a:defRPr>
            </a:lvl8pPr>
            <a:lvl9pPr>
              <a:defRPr sz="975" b="1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1807B"/>
                </a:solidFill>
              </a:defRPr>
            </a:pPr>
            <a:r>
              <a:rPr sz="975" b="1">
                <a:solidFill>
                  <a:srgbClr val="71807B"/>
                </a:solidFill>
              </a:rPr>
              <a:t>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5498C-807E-41B3-B973-AFAF79D5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723"/>
                </a:solidFill>
              </a:defRPr>
            </a:defPPr>
            <a:lvl1pPr>
              <a:defRPr sz="3300" b="1">
                <a:solidFill>
                  <a:srgbClr val="182723"/>
                </a:solidFill>
              </a:defRPr>
            </a:lvl1pPr>
            <a:lvl2pPr>
              <a:defRPr sz="3300" b="1">
                <a:solidFill>
                  <a:srgbClr val="182723"/>
                </a:solidFill>
              </a:defRPr>
            </a:lvl2pPr>
            <a:lvl3pPr>
              <a:defRPr sz="3300" b="1">
                <a:solidFill>
                  <a:srgbClr val="182723"/>
                </a:solidFill>
              </a:defRPr>
            </a:lvl3pPr>
            <a:lvl4pPr>
              <a:defRPr sz="3300" b="1">
                <a:solidFill>
                  <a:srgbClr val="182723"/>
                </a:solidFill>
              </a:defRPr>
            </a:lvl4pPr>
            <a:lvl5pPr>
              <a:defRPr sz="3300" b="1">
                <a:solidFill>
                  <a:srgbClr val="182723"/>
                </a:solidFill>
              </a:defRPr>
            </a:lvl5pPr>
            <a:lvl6pPr>
              <a:defRPr sz="3300" b="1">
                <a:solidFill>
                  <a:srgbClr val="182723"/>
                </a:solidFill>
              </a:defRPr>
            </a:lvl6pPr>
            <a:lvl7pPr>
              <a:defRPr sz="3300" b="1">
                <a:solidFill>
                  <a:srgbClr val="182723"/>
                </a:solidFill>
              </a:defRPr>
            </a:lvl7pPr>
            <a:lvl8pPr>
              <a:defRPr sz="3300" b="1">
                <a:solidFill>
                  <a:srgbClr val="182723"/>
                </a:solidFill>
              </a:defRPr>
            </a:lvl8pPr>
            <a:lvl9pPr>
              <a:defRPr sz="330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723"/>
                </a:solidFill>
              </a:defRPr>
            </a:pPr>
            <a:r>
              <a:rPr sz="3300" b="1">
                <a:solidFill>
                  <a:srgbClr val="182723"/>
                </a:solidFill>
              </a:rPr>
              <a:t>Review starts with answers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6D8B1-1151-4B4E-8B06-49189B75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1807B"/>
                </a:solidFill>
              </a:defRPr>
            </a:defPPr>
            <a:lvl1pPr>
              <a:defRPr sz="1650" b="0">
                <a:solidFill>
                  <a:srgbClr val="71807B"/>
                </a:solidFill>
              </a:defRPr>
            </a:lvl1pPr>
            <a:lvl2pPr>
              <a:defRPr sz="1650" b="0">
                <a:solidFill>
                  <a:srgbClr val="71807B"/>
                </a:solidFill>
              </a:defRPr>
            </a:lvl2pPr>
            <a:lvl3pPr>
              <a:defRPr sz="1650" b="0">
                <a:solidFill>
                  <a:srgbClr val="71807B"/>
                </a:solidFill>
              </a:defRPr>
            </a:lvl3pPr>
            <a:lvl4pPr>
              <a:defRPr sz="1650" b="0">
                <a:solidFill>
                  <a:srgbClr val="71807B"/>
                </a:solidFill>
              </a:defRPr>
            </a:lvl4pPr>
            <a:lvl5pPr>
              <a:defRPr sz="1650" b="0">
                <a:solidFill>
                  <a:srgbClr val="71807B"/>
                </a:solidFill>
              </a:defRPr>
            </a:lvl5pPr>
            <a:lvl6pPr>
              <a:defRPr sz="1650" b="0">
                <a:solidFill>
                  <a:srgbClr val="71807B"/>
                </a:solidFill>
              </a:defRPr>
            </a:lvl6pPr>
            <a:lvl7pPr>
              <a:defRPr sz="1650" b="0">
                <a:solidFill>
                  <a:srgbClr val="71807B"/>
                </a:solidFill>
              </a:defRPr>
            </a:lvl7pPr>
            <a:lvl8pPr>
              <a:defRPr sz="1650" b="0">
                <a:solidFill>
                  <a:srgbClr val="71807B"/>
                </a:solidFill>
              </a:defRPr>
            </a:lvl8pPr>
            <a:lvl9pPr>
              <a:defRPr sz="1650" b="0">
                <a:solidFill>
                  <a:srgbClr val="71807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1807B"/>
                </a:solidFill>
              </a:defRPr>
            </a:pPr>
            <a:r>
              <a:rPr sz="1650" b="0">
                <a:solidFill>
                  <a:srgbClr val="71807B"/>
                </a:solidFill>
              </a:rPr>
              <a:t>Each row explains the expense before anyone asks a follow-up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EA69F-0527-42F2-9787-FAFA636C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CA8A4"/>
                </a:solidFill>
              </a:defRPr>
            </a:defPPr>
            <a:lvl1pPr>
              <a:defRPr sz="1275" b="0">
                <a:solidFill>
                  <a:srgbClr val="9CA8A4"/>
                </a:solidFill>
              </a:defRPr>
            </a:lvl1pPr>
            <a:lvl2pPr>
              <a:defRPr sz="1275" b="0">
                <a:solidFill>
                  <a:srgbClr val="9CA8A4"/>
                </a:solidFill>
              </a:defRPr>
            </a:lvl2pPr>
            <a:lvl3pPr>
              <a:defRPr sz="1275" b="0">
                <a:solidFill>
                  <a:srgbClr val="9CA8A4"/>
                </a:solidFill>
              </a:defRPr>
            </a:lvl3pPr>
            <a:lvl4pPr>
              <a:defRPr sz="1275" b="0">
                <a:solidFill>
                  <a:srgbClr val="9CA8A4"/>
                </a:solidFill>
              </a:defRPr>
            </a:lvl4pPr>
            <a:lvl5pPr>
              <a:defRPr sz="1275" b="0">
                <a:solidFill>
                  <a:srgbClr val="9CA8A4"/>
                </a:solidFill>
              </a:defRPr>
            </a:lvl5pPr>
            <a:lvl6pPr>
              <a:defRPr sz="1275" b="0">
                <a:solidFill>
                  <a:srgbClr val="9CA8A4"/>
                </a:solidFill>
              </a:defRPr>
            </a:lvl6pPr>
            <a:lvl7pPr>
              <a:defRPr sz="1275" b="0">
                <a:solidFill>
                  <a:srgbClr val="9CA8A4"/>
                </a:solidFill>
              </a:defRPr>
            </a:lvl7pPr>
            <a:lvl8pPr>
              <a:defRPr sz="1275" b="0">
                <a:solidFill>
                  <a:srgbClr val="9CA8A4"/>
                </a:solidFill>
              </a:defRPr>
            </a:lvl8pPr>
            <a:lvl9pPr>
              <a:defRPr sz="1275" b="0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CA8A4"/>
                </a:solidFill>
              </a:defRPr>
            </a:pPr>
            <a:r>
              <a:rPr sz="1275" b="0">
                <a:solidFill>
                  <a:srgbClr val="9CA8A4"/>
                </a:solidFill>
              </a:rPr>
              <a:t>Scattered receipts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C6D9D-480D-4E9D-BDC3-99AF8211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384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0C48F"/>
                </a:solidFill>
              </a:defRPr>
            </a:defPPr>
            <a:lvl1pPr>
              <a:defRPr sz="2025" b="1">
                <a:solidFill>
                  <a:srgbClr val="F0C48F"/>
                </a:solidFill>
              </a:defRPr>
            </a:lvl1pPr>
            <a:lvl2pPr>
              <a:defRPr sz="2025" b="1">
                <a:solidFill>
                  <a:srgbClr val="F0C48F"/>
                </a:solidFill>
              </a:defRPr>
            </a:lvl2pPr>
            <a:lvl3pPr>
              <a:defRPr sz="2025" b="1">
                <a:solidFill>
                  <a:srgbClr val="F0C48F"/>
                </a:solidFill>
              </a:defRPr>
            </a:lvl3pPr>
            <a:lvl4pPr>
              <a:defRPr sz="2025" b="1">
                <a:solidFill>
                  <a:srgbClr val="F0C48F"/>
                </a:solidFill>
              </a:defRPr>
            </a:lvl4pPr>
            <a:lvl5pPr>
              <a:defRPr sz="2025" b="1">
                <a:solidFill>
                  <a:srgbClr val="F0C48F"/>
                </a:solidFill>
              </a:defRPr>
            </a:lvl5pPr>
            <a:lvl6pPr>
              <a:defRPr sz="2025" b="1">
                <a:solidFill>
                  <a:srgbClr val="F0C48F"/>
                </a:solidFill>
              </a:defRPr>
            </a:lvl6pPr>
            <a:lvl7pPr>
              <a:defRPr sz="2025" b="1">
                <a:solidFill>
                  <a:srgbClr val="F0C48F"/>
                </a:solidFill>
              </a:defRPr>
            </a:lvl7pPr>
            <a:lvl8pPr>
              <a:defRPr sz="2025" b="1">
                <a:solidFill>
                  <a:srgbClr val="F0C48F"/>
                </a:solidFill>
              </a:defRPr>
            </a:lvl8pPr>
            <a:lvl9pPr>
              <a:defRPr sz="2025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0C48F"/>
                </a:solidFill>
              </a:defRPr>
            </a:pPr>
            <a:r>
              <a:rPr sz="2025" b="1">
                <a:solidFill>
                  <a:srgbClr val="F0C48F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8C5B9-6898-4641-A13E-447E1BA6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82723"/>
                </a:solidFill>
              </a:defRPr>
            </a:defPPr>
            <a:lvl1pPr>
              <a:defRPr sz="1350" b="1">
                <a:solidFill>
                  <a:srgbClr val="182723"/>
                </a:solidFill>
              </a:defRPr>
            </a:lvl1pPr>
            <a:lvl2pPr>
              <a:defRPr sz="1350" b="1">
                <a:solidFill>
                  <a:srgbClr val="182723"/>
                </a:solidFill>
              </a:defRPr>
            </a:lvl2pPr>
            <a:lvl3pPr>
              <a:defRPr sz="1350" b="1">
                <a:solidFill>
                  <a:srgbClr val="182723"/>
                </a:solidFill>
              </a:defRPr>
            </a:lvl3pPr>
            <a:lvl4pPr>
              <a:defRPr sz="1350" b="1">
                <a:solidFill>
                  <a:srgbClr val="182723"/>
                </a:solidFill>
              </a:defRPr>
            </a:lvl4pPr>
            <a:lvl5pPr>
              <a:defRPr sz="1350" b="1">
                <a:solidFill>
                  <a:srgbClr val="182723"/>
                </a:solidFill>
              </a:defRPr>
            </a:lvl5pPr>
            <a:lvl6pPr>
              <a:defRPr sz="1350" b="1">
                <a:solidFill>
                  <a:srgbClr val="182723"/>
                </a:solidFill>
              </a:defRPr>
            </a:lvl6pPr>
            <a:lvl7pPr>
              <a:defRPr sz="1350" b="1">
                <a:solidFill>
                  <a:srgbClr val="182723"/>
                </a:solidFill>
              </a:defRPr>
            </a:lvl7pPr>
            <a:lvl8pPr>
              <a:defRPr sz="1350" b="1">
                <a:solidFill>
                  <a:srgbClr val="182723"/>
                </a:solidFill>
              </a:defRPr>
            </a:lvl8pPr>
            <a:lvl9pPr>
              <a:defRPr sz="135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2723"/>
                </a:solidFill>
              </a:defRPr>
            </a:pPr>
            <a:r>
              <a:rPr sz="1350" b="1">
                <a:solidFill>
                  <a:srgbClr val="182723"/>
                </a:solidFill>
              </a:rPr>
              <a:t>Shared purchase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A531B-2982-4882-B619-B6EDFCA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F6A52-C212-4303-96BB-D78055D2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CA8A4"/>
                </a:solidFill>
              </a:defRPr>
            </a:defPPr>
            <a:lvl1pPr>
              <a:defRPr sz="1275" b="0">
                <a:solidFill>
                  <a:srgbClr val="9CA8A4"/>
                </a:solidFill>
              </a:defRPr>
            </a:lvl1pPr>
            <a:lvl2pPr>
              <a:defRPr sz="1275" b="0">
                <a:solidFill>
                  <a:srgbClr val="9CA8A4"/>
                </a:solidFill>
              </a:defRPr>
            </a:lvl2pPr>
            <a:lvl3pPr>
              <a:defRPr sz="1275" b="0">
                <a:solidFill>
                  <a:srgbClr val="9CA8A4"/>
                </a:solidFill>
              </a:defRPr>
            </a:lvl3pPr>
            <a:lvl4pPr>
              <a:defRPr sz="1275" b="0">
                <a:solidFill>
                  <a:srgbClr val="9CA8A4"/>
                </a:solidFill>
              </a:defRPr>
            </a:lvl4pPr>
            <a:lvl5pPr>
              <a:defRPr sz="1275" b="0">
                <a:solidFill>
                  <a:srgbClr val="9CA8A4"/>
                </a:solidFill>
              </a:defRPr>
            </a:lvl5pPr>
            <a:lvl6pPr>
              <a:defRPr sz="1275" b="0">
                <a:solidFill>
                  <a:srgbClr val="9CA8A4"/>
                </a:solidFill>
              </a:defRPr>
            </a:lvl6pPr>
            <a:lvl7pPr>
              <a:defRPr sz="1275" b="0">
                <a:solidFill>
                  <a:srgbClr val="9CA8A4"/>
                </a:solidFill>
              </a:defRPr>
            </a:lvl7pPr>
            <a:lvl8pPr>
              <a:defRPr sz="1275" b="0">
                <a:solidFill>
                  <a:srgbClr val="9CA8A4"/>
                </a:solidFill>
              </a:defRPr>
            </a:lvl8pPr>
            <a:lvl9pPr>
              <a:defRPr sz="1275" b="0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CA8A4"/>
                </a:solidFill>
              </a:defRPr>
            </a:pPr>
            <a:r>
              <a:rPr sz="1275" b="0">
                <a:solidFill>
                  <a:srgbClr val="9CA8A4"/>
                </a:solidFill>
              </a:rPr>
              <a:t>Manual ownership lookup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81120-AE76-4E01-AC7A-4C9FB544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0C48F"/>
                </a:solidFill>
              </a:defRPr>
            </a:defPPr>
            <a:lvl1pPr>
              <a:defRPr sz="2025" b="1">
                <a:solidFill>
                  <a:srgbClr val="F0C48F"/>
                </a:solidFill>
              </a:defRPr>
            </a:lvl1pPr>
            <a:lvl2pPr>
              <a:defRPr sz="2025" b="1">
                <a:solidFill>
                  <a:srgbClr val="F0C48F"/>
                </a:solidFill>
              </a:defRPr>
            </a:lvl2pPr>
            <a:lvl3pPr>
              <a:defRPr sz="2025" b="1">
                <a:solidFill>
                  <a:srgbClr val="F0C48F"/>
                </a:solidFill>
              </a:defRPr>
            </a:lvl3pPr>
            <a:lvl4pPr>
              <a:defRPr sz="2025" b="1">
                <a:solidFill>
                  <a:srgbClr val="F0C48F"/>
                </a:solidFill>
              </a:defRPr>
            </a:lvl4pPr>
            <a:lvl5pPr>
              <a:defRPr sz="2025" b="1">
                <a:solidFill>
                  <a:srgbClr val="F0C48F"/>
                </a:solidFill>
              </a:defRPr>
            </a:lvl5pPr>
            <a:lvl6pPr>
              <a:defRPr sz="2025" b="1">
                <a:solidFill>
                  <a:srgbClr val="F0C48F"/>
                </a:solidFill>
              </a:defRPr>
            </a:lvl6pPr>
            <a:lvl7pPr>
              <a:defRPr sz="2025" b="1">
                <a:solidFill>
                  <a:srgbClr val="F0C48F"/>
                </a:solidFill>
              </a:defRPr>
            </a:lvl7pPr>
            <a:lvl8pPr>
              <a:defRPr sz="2025" b="1">
                <a:solidFill>
                  <a:srgbClr val="F0C48F"/>
                </a:solidFill>
              </a:defRPr>
            </a:lvl8pPr>
            <a:lvl9pPr>
              <a:defRPr sz="2025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0C48F"/>
                </a:solidFill>
              </a:defRPr>
            </a:pPr>
            <a:r>
              <a:rPr sz="2025" b="1">
                <a:solidFill>
                  <a:srgbClr val="F0C48F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710A2-BF98-497B-BED3-82B3EB2D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82723"/>
                </a:solidFill>
              </a:defRPr>
            </a:defPPr>
            <a:lvl1pPr>
              <a:defRPr sz="1350" b="1">
                <a:solidFill>
                  <a:srgbClr val="182723"/>
                </a:solidFill>
              </a:defRPr>
            </a:lvl1pPr>
            <a:lvl2pPr>
              <a:defRPr sz="1350" b="1">
                <a:solidFill>
                  <a:srgbClr val="182723"/>
                </a:solidFill>
              </a:defRPr>
            </a:lvl2pPr>
            <a:lvl3pPr>
              <a:defRPr sz="1350" b="1">
                <a:solidFill>
                  <a:srgbClr val="182723"/>
                </a:solidFill>
              </a:defRPr>
            </a:lvl3pPr>
            <a:lvl4pPr>
              <a:defRPr sz="1350" b="1">
                <a:solidFill>
                  <a:srgbClr val="182723"/>
                </a:solidFill>
              </a:defRPr>
            </a:lvl4pPr>
            <a:lvl5pPr>
              <a:defRPr sz="1350" b="1">
                <a:solidFill>
                  <a:srgbClr val="182723"/>
                </a:solidFill>
              </a:defRPr>
            </a:lvl5pPr>
            <a:lvl6pPr>
              <a:defRPr sz="1350" b="1">
                <a:solidFill>
                  <a:srgbClr val="182723"/>
                </a:solidFill>
              </a:defRPr>
            </a:lvl6pPr>
            <a:lvl7pPr>
              <a:defRPr sz="1350" b="1">
                <a:solidFill>
                  <a:srgbClr val="182723"/>
                </a:solidFill>
              </a:defRPr>
            </a:lvl7pPr>
            <a:lvl8pPr>
              <a:defRPr sz="1350" b="1">
                <a:solidFill>
                  <a:srgbClr val="182723"/>
                </a:solidFill>
              </a:defRPr>
            </a:lvl8pPr>
            <a:lvl9pPr>
              <a:defRPr sz="135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2723"/>
                </a:solidFill>
              </a:defRPr>
            </a:pPr>
            <a:r>
              <a:rPr sz="1350" b="1">
                <a:solidFill>
                  <a:srgbClr val="182723"/>
                </a:solidFill>
              </a:rPr>
              <a:t>Purchaser linked automatically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7C0EA-0520-4CB0-8DF7-D666ECF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51CAA-2073-4854-B749-7AEDAAC0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CA8A4"/>
                </a:solidFill>
              </a:defRPr>
            </a:defPPr>
            <a:lvl1pPr>
              <a:defRPr sz="1275" b="0">
                <a:solidFill>
                  <a:srgbClr val="9CA8A4"/>
                </a:solidFill>
              </a:defRPr>
            </a:lvl1pPr>
            <a:lvl2pPr>
              <a:defRPr sz="1275" b="0">
                <a:solidFill>
                  <a:srgbClr val="9CA8A4"/>
                </a:solidFill>
              </a:defRPr>
            </a:lvl2pPr>
            <a:lvl3pPr>
              <a:defRPr sz="1275" b="0">
                <a:solidFill>
                  <a:srgbClr val="9CA8A4"/>
                </a:solidFill>
              </a:defRPr>
            </a:lvl3pPr>
            <a:lvl4pPr>
              <a:defRPr sz="1275" b="0">
                <a:solidFill>
                  <a:srgbClr val="9CA8A4"/>
                </a:solidFill>
              </a:defRPr>
            </a:lvl4pPr>
            <a:lvl5pPr>
              <a:defRPr sz="1275" b="0">
                <a:solidFill>
                  <a:srgbClr val="9CA8A4"/>
                </a:solidFill>
              </a:defRPr>
            </a:lvl5pPr>
            <a:lvl6pPr>
              <a:defRPr sz="1275" b="0">
                <a:solidFill>
                  <a:srgbClr val="9CA8A4"/>
                </a:solidFill>
              </a:defRPr>
            </a:lvl6pPr>
            <a:lvl7pPr>
              <a:defRPr sz="1275" b="0">
                <a:solidFill>
                  <a:srgbClr val="9CA8A4"/>
                </a:solidFill>
              </a:defRPr>
            </a:lvl7pPr>
            <a:lvl8pPr>
              <a:defRPr sz="1275" b="0">
                <a:solidFill>
                  <a:srgbClr val="9CA8A4"/>
                </a:solidFill>
              </a:defRPr>
            </a:lvl8pPr>
            <a:lvl9pPr>
              <a:defRPr sz="1275" b="0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CA8A4"/>
                </a:solidFill>
              </a:defRPr>
            </a:pPr>
            <a:r>
              <a:rPr sz="1275" b="0">
                <a:solidFill>
                  <a:srgbClr val="9CA8A4"/>
                </a:solidFill>
              </a:rPr>
              <a:t>Missing business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9DD62-94D9-47BE-ADE3-39D91FC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243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0C48F"/>
                </a:solidFill>
              </a:defRPr>
            </a:defPPr>
            <a:lvl1pPr>
              <a:defRPr sz="2025" b="1">
                <a:solidFill>
                  <a:srgbClr val="F0C48F"/>
                </a:solidFill>
              </a:defRPr>
            </a:lvl1pPr>
            <a:lvl2pPr>
              <a:defRPr sz="2025" b="1">
                <a:solidFill>
                  <a:srgbClr val="F0C48F"/>
                </a:solidFill>
              </a:defRPr>
            </a:lvl2pPr>
            <a:lvl3pPr>
              <a:defRPr sz="2025" b="1">
                <a:solidFill>
                  <a:srgbClr val="F0C48F"/>
                </a:solidFill>
              </a:defRPr>
            </a:lvl3pPr>
            <a:lvl4pPr>
              <a:defRPr sz="2025" b="1">
                <a:solidFill>
                  <a:srgbClr val="F0C48F"/>
                </a:solidFill>
              </a:defRPr>
            </a:lvl4pPr>
            <a:lvl5pPr>
              <a:defRPr sz="2025" b="1">
                <a:solidFill>
                  <a:srgbClr val="F0C48F"/>
                </a:solidFill>
              </a:defRPr>
            </a:lvl5pPr>
            <a:lvl6pPr>
              <a:defRPr sz="2025" b="1">
                <a:solidFill>
                  <a:srgbClr val="F0C48F"/>
                </a:solidFill>
              </a:defRPr>
            </a:lvl6pPr>
            <a:lvl7pPr>
              <a:defRPr sz="2025" b="1">
                <a:solidFill>
                  <a:srgbClr val="F0C48F"/>
                </a:solidFill>
              </a:defRPr>
            </a:lvl7pPr>
            <a:lvl8pPr>
              <a:defRPr sz="2025" b="1">
                <a:solidFill>
                  <a:srgbClr val="F0C48F"/>
                </a:solidFill>
              </a:defRPr>
            </a:lvl8pPr>
            <a:lvl9pPr>
              <a:defRPr sz="2025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0C48F"/>
                </a:solidFill>
              </a:defRPr>
            </a:pPr>
            <a:r>
              <a:rPr sz="2025" b="1">
                <a:solidFill>
                  <a:srgbClr val="F0C48F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C4CA7-35EA-4118-AC99-316876FC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82723"/>
                </a:solidFill>
              </a:defRPr>
            </a:defPPr>
            <a:lvl1pPr>
              <a:defRPr sz="1350" b="1">
                <a:solidFill>
                  <a:srgbClr val="182723"/>
                </a:solidFill>
              </a:defRPr>
            </a:lvl1pPr>
            <a:lvl2pPr>
              <a:defRPr sz="1350" b="1">
                <a:solidFill>
                  <a:srgbClr val="182723"/>
                </a:solidFill>
              </a:defRPr>
            </a:lvl2pPr>
            <a:lvl3pPr>
              <a:defRPr sz="1350" b="1">
                <a:solidFill>
                  <a:srgbClr val="182723"/>
                </a:solidFill>
              </a:defRPr>
            </a:lvl3pPr>
            <a:lvl4pPr>
              <a:defRPr sz="1350" b="1">
                <a:solidFill>
                  <a:srgbClr val="182723"/>
                </a:solidFill>
              </a:defRPr>
            </a:lvl4pPr>
            <a:lvl5pPr>
              <a:defRPr sz="1350" b="1">
                <a:solidFill>
                  <a:srgbClr val="182723"/>
                </a:solidFill>
              </a:defRPr>
            </a:lvl5pPr>
            <a:lvl6pPr>
              <a:defRPr sz="1350" b="1">
                <a:solidFill>
                  <a:srgbClr val="182723"/>
                </a:solidFill>
              </a:defRPr>
            </a:lvl6pPr>
            <a:lvl7pPr>
              <a:defRPr sz="1350" b="1">
                <a:solidFill>
                  <a:srgbClr val="182723"/>
                </a:solidFill>
              </a:defRPr>
            </a:lvl7pPr>
            <a:lvl8pPr>
              <a:defRPr sz="1350" b="1">
                <a:solidFill>
                  <a:srgbClr val="182723"/>
                </a:solidFill>
              </a:defRPr>
            </a:lvl8pPr>
            <a:lvl9pPr>
              <a:defRPr sz="135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2723"/>
                </a:solidFill>
              </a:defRPr>
            </a:pPr>
            <a:r>
              <a:rPr sz="1350" b="1">
                <a:solidFill>
                  <a:srgbClr val="182723"/>
                </a:solidFill>
              </a:rPr>
              <a:t>Purpose captured at entry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128CD-ED10-46A5-97AC-9E7A48FA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BA8EE-6156-488C-8130-5D389552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CA8A4"/>
                </a:solidFill>
              </a:defRPr>
            </a:defPPr>
            <a:lvl1pPr>
              <a:defRPr sz="1275" b="0">
                <a:solidFill>
                  <a:srgbClr val="9CA8A4"/>
                </a:solidFill>
              </a:defRPr>
            </a:lvl1pPr>
            <a:lvl2pPr>
              <a:defRPr sz="1275" b="0">
                <a:solidFill>
                  <a:srgbClr val="9CA8A4"/>
                </a:solidFill>
              </a:defRPr>
            </a:lvl2pPr>
            <a:lvl3pPr>
              <a:defRPr sz="1275" b="0">
                <a:solidFill>
                  <a:srgbClr val="9CA8A4"/>
                </a:solidFill>
              </a:defRPr>
            </a:lvl3pPr>
            <a:lvl4pPr>
              <a:defRPr sz="1275" b="0">
                <a:solidFill>
                  <a:srgbClr val="9CA8A4"/>
                </a:solidFill>
              </a:defRPr>
            </a:lvl4pPr>
            <a:lvl5pPr>
              <a:defRPr sz="1275" b="0">
                <a:solidFill>
                  <a:srgbClr val="9CA8A4"/>
                </a:solidFill>
              </a:defRPr>
            </a:lvl5pPr>
            <a:lvl6pPr>
              <a:defRPr sz="1275" b="0">
                <a:solidFill>
                  <a:srgbClr val="9CA8A4"/>
                </a:solidFill>
              </a:defRPr>
            </a:lvl6pPr>
            <a:lvl7pPr>
              <a:defRPr sz="1275" b="0">
                <a:solidFill>
                  <a:srgbClr val="9CA8A4"/>
                </a:solidFill>
              </a:defRPr>
            </a:lvl7pPr>
            <a:lvl8pPr>
              <a:defRPr sz="1275" b="0">
                <a:solidFill>
                  <a:srgbClr val="9CA8A4"/>
                </a:solidFill>
              </a:defRPr>
            </a:lvl8pPr>
            <a:lvl9pPr>
              <a:defRPr sz="1275" b="0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CA8A4"/>
                </a:solidFill>
              </a:defRPr>
            </a:pPr>
            <a:r>
              <a:rPr sz="1275" b="0">
                <a:solidFill>
                  <a:srgbClr val="9CA8A4"/>
                </a:solidFill>
              </a:rPr>
              <a:t>Late budget reconstruction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B8295-6A9D-4F7C-B14A-B8E7E05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672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0C48F"/>
                </a:solidFill>
              </a:defRPr>
            </a:defPPr>
            <a:lvl1pPr>
              <a:defRPr sz="2025" b="1">
                <a:solidFill>
                  <a:srgbClr val="F0C48F"/>
                </a:solidFill>
              </a:defRPr>
            </a:lvl1pPr>
            <a:lvl2pPr>
              <a:defRPr sz="2025" b="1">
                <a:solidFill>
                  <a:srgbClr val="F0C48F"/>
                </a:solidFill>
              </a:defRPr>
            </a:lvl2pPr>
            <a:lvl3pPr>
              <a:defRPr sz="2025" b="1">
                <a:solidFill>
                  <a:srgbClr val="F0C48F"/>
                </a:solidFill>
              </a:defRPr>
            </a:lvl3pPr>
            <a:lvl4pPr>
              <a:defRPr sz="2025" b="1">
                <a:solidFill>
                  <a:srgbClr val="F0C48F"/>
                </a:solidFill>
              </a:defRPr>
            </a:lvl4pPr>
            <a:lvl5pPr>
              <a:defRPr sz="2025" b="1">
                <a:solidFill>
                  <a:srgbClr val="F0C48F"/>
                </a:solidFill>
              </a:defRPr>
            </a:lvl5pPr>
            <a:lvl6pPr>
              <a:defRPr sz="2025" b="1">
                <a:solidFill>
                  <a:srgbClr val="F0C48F"/>
                </a:solidFill>
              </a:defRPr>
            </a:lvl6pPr>
            <a:lvl7pPr>
              <a:defRPr sz="2025" b="1">
                <a:solidFill>
                  <a:srgbClr val="F0C48F"/>
                </a:solidFill>
              </a:defRPr>
            </a:lvl7pPr>
            <a:lvl8pPr>
              <a:defRPr sz="2025" b="1">
                <a:solidFill>
                  <a:srgbClr val="F0C48F"/>
                </a:solidFill>
              </a:defRPr>
            </a:lvl8pPr>
            <a:lvl9pPr>
              <a:defRPr sz="2025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0C48F"/>
                </a:solidFill>
              </a:defRPr>
            </a:pPr>
            <a:r>
              <a:rPr sz="2025" b="1">
                <a:solidFill>
                  <a:srgbClr val="F0C48F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5FC00-8F79-4A33-9ECF-19D4A337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82723"/>
                </a:solidFill>
              </a:defRPr>
            </a:defPPr>
            <a:lvl1pPr>
              <a:defRPr sz="1350" b="1">
                <a:solidFill>
                  <a:srgbClr val="182723"/>
                </a:solidFill>
              </a:defRPr>
            </a:lvl1pPr>
            <a:lvl2pPr>
              <a:defRPr sz="1350" b="1">
                <a:solidFill>
                  <a:srgbClr val="182723"/>
                </a:solidFill>
              </a:defRPr>
            </a:lvl2pPr>
            <a:lvl3pPr>
              <a:defRPr sz="1350" b="1">
                <a:solidFill>
                  <a:srgbClr val="182723"/>
                </a:solidFill>
              </a:defRPr>
            </a:lvl3pPr>
            <a:lvl4pPr>
              <a:defRPr sz="1350" b="1">
                <a:solidFill>
                  <a:srgbClr val="182723"/>
                </a:solidFill>
              </a:defRPr>
            </a:lvl4pPr>
            <a:lvl5pPr>
              <a:defRPr sz="1350" b="1">
                <a:solidFill>
                  <a:srgbClr val="182723"/>
                </a:solidFill>
              </a:defRPr>
            </a:lvl5pPr>
            <a:lvl6pPr>
              <a:defRPr sz="1350" b="1">
                <a:solidFill>
                  <a:srgbClr val="182723"/>
                </a:solidFill>
              </a:defRPr>
            </a:lvl6pPr>
            <a:lvl7pPr>
              <a:defRPr sz="1350" b="1">
                <a:solidFill>
                  <a:srgbClr val="182723"/>
                </a:solidFill>
              </a:defRPr>
            </a:lvl7pPr>
            <a:lvl8pPr>
              <a:defRPr sz="1350" b="1">
                <a:solidFill>
                  <a:srgbClr val="182723"/>
                </a:solidFill>
              </a:defRPr>
            </a:lvl8pPr>
            <a:lvl9pPr>
              <a:defRPr sz="1350" b="1">
                <a:solidFill>
                  <a:srgbClr val="18272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82723"/>
                </a:solidFill>
              </a:defRPr>
            </a:pPr>
            <a:r>
              <a:rPr sz="1350" b="1">
                <a:solidFill>
                  <a:srgbClr val="182723"/>
                </a:solidFill>
              </a:rPr>
              <a:t>Current totals and filters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5061C-4BA4-455E-967D-B2419568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169A9-64A0-42D2-AE00-362DB6DB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23900"/>
            <a:ext cx="4895850" cy="5334000"/>
          </a:xfrm>
          <a:prstGeom xmlns:a="http://schemas.openxmlformats.org/drawingml/2006/main" prst="roundRect">
            <a:avLst>
              <a:gd name="adj" fmla="val 3113"/>
            </a:avLst>
          </a:prstGeom>
          <a:solidFill xmlns:a="http://schemas.openxmlformats.org/drawingml/2006/main">
            <a:srgbClr val="F5F3ED"/>
          </a:solidFill>
          <a:ln xmlns:a="http://schemas.openxmlformats.org/drawingml/2006/main" w="9525">
            <a:solidFill>
              <a:srgbClr val="E2E4DD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34E47-5F94-4B62-B35F-19F754FC3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33ffb00844c78"/>
          <a:srcRect xmlns:a="http://schemas.openxmlformats.org/drawingml/2006/main" l="18349" t="0" r="183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914400"/>
            <a:ext cx="4514850" cy="495300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D0EC8-AE5F-44BB-9082-D5CCEA50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A8A4"/>
                </a:solidFill>
              </a:defRPr>
            </a:defPPr>
            <a:lvl1pPr>
              <a:defRPr sz="750" b="1">
                <a:solidFill>
                  <a:srgbClr val="9CA8A4"/>
                </a:solidFill>
              </a:defRPr>
            </a:lvl1pPr>
            <a:lvl2pPr>
              <a:defRPr sz="750" b="1">
                <a:solidFill>
                  <a:srgbClr val="9CA8A4"/>
                </a:solidFill>
              </a:defRPr>
            </a:lvl2pPr>
            <a:lvl3pPr>
              <a:defRPr sz="750" b="1">
                <a:solidFill>
                  <a:srgbClr val="9CA8A4"/>
                </a:solidFill>
              </a:defRPr>
            </a:lvl3pPr>
            <a:lvl4pPr>
              <a:defRPr sz="750" b="1">
                <a:solidFill>
                  <a:srgbClr val="9CA8A4"/>
                </a:solidFill>
              </a:defRPr>
            </a:lvl4pPr>
            <a:lvl5pPr>
              <a:defRPr sz="750" b="1">
                <a:solidFill>
                  <a:srgbClr val="9CA8A4"/>
                </a:solidFill>
              </a:defRPr>
            </a:lvl5pPr>
            <a:lvl6pPr>
              <a:defRPr sz="750" b="1">
                <a:solidFill>
                  <a:srgbClr val="9CA8A4"/>
                </a:solidFill>
              </a:defRPr>
            </a:lvl6pPr>
            <a:lvl7pPr>
              <a:defRPr sz="750" b="1">
                <a:solidFill>
                  <a:srgbClr val="9CA8A4"/>
                </a:solidFill>
              </a:defRPr>
            </a:lvl7pPr>
            <a:lvl8pPr>
              <a:defRPr sz="750" b="1">
                <a:solidFill>
                  <a:srgbClr val="9CA8A4"/>
                </a:solidFill>
              </a:defRPr>
            </a:lvl8pPr>
            <a:lvl9pPr>
              <a:defRPr sz="7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A8A4"/>
                </a:solidFill>
              </a:defRPr>
            </a:pPr>
            <a:r>
              <a:rPr sz="750" b="1">
                <a:solidFill>
                  <a:srgbClr val="9CA8A4"/>
                </a:solidFill>
              </a:rPr>
              <a:t>NORTHSTAR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D7C35B-C595-4C18-B0F9-A396540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9CA8A4"/>
                </a:solidFill>
              </a:defRPr>
            </a:defPPr>
            <a:lvl1pPr>
              <a:defRPr sz="750" b="1">
                <a:solidFill>
                  <a:srgbClr val="9CA8A4"/>
                </a:solidFill>
              </a:defRPr>
            </a:lvl1pPr>
            <a:lvl2pPr>
              <a:defRPr sz="750" b="1">
                <a:solidFill>
                  <a:srgbClr val="9CA8A4"/>
                </a:solidFill>
              </a:defRPr>
            </a:lvl2pPr>
            <a:lvl3pPr>
              <a:defRPr sz="750" b="1">
                <a:solidFill>
                  <a:srgbClr val="9CA8A4"/>
                </a:solidFill>
              </a:defRPr>
            </a:lvl3pPr>
            <a:lvl4pPr>
              <a:defRPr sz="750" b="1">
                <a:solidFill>
                  <a:srgbClr val="9CA8A4"/>
                </a:solidFill>
              </a:defRPr>
            </a:lvl4pPr>
            <a:lvl5pPr>
              <a:defRPr sz="750" b="1">
                <a:solidFill>
                  <a:srgbClr val="9CA8A4"/>
                </a:solidFill>
              </a:defRPr>
            </a:lvl5pPr>
            <a:lvl6pPr>
              <a:defRPr sz="750" b="1">
                <a:solidFill>
                  <a:srgbClr val="9CA8A4"/>
                </a:solidFill>
              </a:defRPr>
            </a:lvl6pPr>
            <a:lvl7pPr>
              <a:defRPr sz="750" b="1">
                <a:solidFill>
                  <a:srgbClr val="9CA8A4"/>
                </a:solidFill>
              </a:defRPr>
            </a:lvl7pPr>
            <a:lvl8pPr>
              <a:defRPr sz="750" b="1">
                <a:solidFill>
                  <a:srgbClr val="9CA8A4"/>
                </a:solidFill>
              </a:defRPr>
            </a:lvl8pPr>
            <a:lvl9pPr>
              <a:defRPr sz="750" b="1">
                <a:solidFill>
                  <a:srgbClr val="9CA8A4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9CA8A4"/>
                </a:solidFill>
              </a:defRPr>
            </a:pPr>
            <a:r>
              <a:rPr sz="750" b="1">
                <a:solidFill>
                  <a:srgbClr val="9CA8A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439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13372-8B74-4F98-8B1B-7F59BF1D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0C48F"/>
                </a:solidFill>
              </a:defRPr>
            </a:defPPr>
            <a:lvl1pPr>
              <a:defRPr sz="975" b="1">
                <a:solidFill>
                  <a:srgbClr val="F0C48F"/>
                </a:solidFill>
              </a:defRPr>
            </a:lvl1pPr>
            <a:lvl2pPr>
              <a:defRPr sz="975" b="1">
                <a:solidFill>
                  <a:srgbClr val="F0C48F"/>
                </a:solidFill>
              </a:defRPr>
            </a:lvl2pPr>
            <a:lvl3pPr>
              <a:defRPr sz="975" b="1">
                <a:solidFill>
                  <a:srgbClr val="F0C48F"/>
                </a:solidFill>
              </a:defRPr>
            </a:lvl3pPr>
            <a:lvl4pPr>
              <a:defRPr sz="975" b="1">
                <a:solidFill>
                  <a:srgbClr val="F0C48F"/>
                </a:solidFill>
              </a:defRPr>
            </a:lvl4pPr>
            <a:lvl5pPr>
              <a:defRPr sz="975" b="1">
                <a:solidFill>
                  <a:srgbClr val="F0C48F"/>
                </a:solidFill>
              </a:defRPr>
            </a:lvl5pPr>
            <a:lvl6pPr>
              <a:defRPr sz="975" b="1">
                <a:solidFill>
                  <a:srgbClr val="F0C48F"/>
                </a:solidFill>
              </a:defRPr>
            </a:lvl6pPr>
            <a:lvl7pPr>
              <a:defRPr sz="975" b="1">
                <a:solidFill>
                  <a:srgbClr val="F0C48F"/>
                </a:solidFill>
              </a:defRPr>
            </a:lvl7pPr>
            <a:lvl8pPr>
              <a:defRPr sz="975" b="1">
                <a:solidFill>
                  <a:srgbClr val="F0C48F"/>
                </a:solidFill>
              </a:defRPr>
            </a:lvl8pPr>
            <a:lvl9pPr>
              <a:defRPr sz="975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0C48F"/>
                </a:solidFill>
              </a:defRPr>
            </a:pPr>
            <a:r>
              <a:rPr sz="975" b="1">
                <a:solidFill>
                  <a:srgbClr val="F0C48F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27717-9896-4BDB-8EB2-CA19FDD6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9BDB7"/>
                </a:solidFill>
              </a:defRPr>
            </a:defPPr>
            <a:lvl1pPr>
              <a:defRPr sz="975" b="1">
                <a:solidFill>
                  <a:srgbClr val="A9BDB7"/>
                </a:solidFill>
              </a:defRPr>
            </a:lvl1pPr>
            <a:lvl2pPr>
              <a:defRPr sz="975" b="1">
                <a:solidFill>
                  <a:srgbClr val="A9BDB7"/>
                </a:solidFill>
              </a:defRPr>
            </a:lvl2pPr>
            <a:lvl3pPr>
              <a:defRPr sz="975" b="1">
                <a:solidFill>
                  <a:srgbClr val="A9BDB7"/>
                </a:solidFill>
              </a:defRPr>
            </a:lvl3pPr>
            <a:lvl4pPr>
              <a:defRPr sz="975" b="1">
                <a:solidFill>
                  <a:srgbClr val="A9BDB7"/>
                </a:solidFill>
              </a:defRPr>
            </a:lvl4pPr>
            <a:lvl5pPr>
              <a:defRPr sz="975" b="1">
                <a:solidFill>
                  <a:srgbClr val="A9BDB7"/>
                </a:solidFill>
              </a:defRPr>
            </a:lvl5pPr>
            <a:lvl6pPr>
              <a:defRPr sz="975" b="1">
                <a:solidFill>
                  <a:srgbClr val="A9BDB7"/>
                </a:solidFill>
              </a:defRPr>
            </a:lvl6pPr>
            <a:lvl7pPr>
              <a:defRPr sz="975" b="1">
                <a:solidFill>
                  <a:srgbClr val="A9BDB7"/>
                </a:solidFill>
              </a:defRPr>
            </a:lvl7pPr>
            <a:lvl8pPr>
              <a:defRPr sz="975" b="1">
                <a:solidFill>
                  <a:srgbClr val="A9BDB7"/>
                </a:solidFill>
              </a:defRPr>
            </a:lvl8pPr>
            <a:lvl9pPr>
              <a:defRPr sz="975" b="1">
                <a:solidFill>
                  <a:srgbClr val="A9BDB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9BDB7"/>
                </a:solidFill>
              </a:defRPr>
            </a:pPr>
            <a:r>
              <a:rPr sz="975" b="1">
                <a:solidFill>
                  <a:srgbClr val="A9BDB7"/>
                </a:solidFill>
              </a:rPr>
              <a:t>SUGGESTED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37622-DA1D-4E87-BB5B-D744C15D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Start with one active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D8C2F-FA8A-4432-AED1-EDE59CD4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DD0CA"/>
                </a:solidFill>
              </a:defRPr>
            </a:defPPr>
            <a:lvl1pPr>
              <a:defRPr sz="1650" b="0">
                <a:solidFill>
                  <a:srgbClr val="BDD0CA"/>
                </a:solidFill>
              </a:defRPr>
            </a:lvl1pPr>
            <a:lvl2pPr>
              <a:defRPr sz="1650" b="0">
                <a:solidFill>
                  <a:srgbClr val="BDD0CA"/>
                </a:solidFill>
              </a:defRPr>
            </a:lvl2pPr>
            <a:lvl3pPr>
              <a:defRPr sz="1650" b="0">
                <a:solidFill>
                  <a:srgbClr val="BDD0CA"/>
                </a:solidFill>
              </a:defRPr>
            </a:lvl3pPr>
            <a:lvl4pPr>
              <a:defRPr sz="1650" b="0">
                <a:solidFill>
                  <a:srgbClr val="BDD0CA"/>
                </a:solidFill>
              </a:defRPr>
            </a:lvl4pPr>
            <a:lvl5pPr>
              <a:defRPr sz="1650" b="0">
                <a:solidFill>
                  <a:srgbClr val="BDD0CA"/>
                </a:solidFill>
              </a:defRPr>
            </a:lvl5pPr>
            <a:lvl6pPr>
              <a:defRPr sz="1650" b="0">
                <a:solidFill>
                  <a:srgbClr val="BDD0CA"/>
                </a:solidFill>
              </a:defRPr>
            </a:lvl6pPr>
            <a:lvl7pPr>
              <a:defRPr sz="1650" b="0">
                <a:solidFill>
                  <a:srgbClr val="BDD0CA"/>
                </a:solidFill>
              </a:defRPr>
            </a:lvl7pPr>
            <a:lvl8pPr>
              <a:defRPr sz="1650" b="0">
                <a:solidFill>
                  <a:srgbClr val="BDD0CA"/>
                </a:solidFill>
              </a:defRPr>
            </a:lvl8pPr>
            <a:lvl9pPr>
              <a:defRPr sz="1650" b="0">
                <a:solidFill>
                  <a:srgbClr val="BDD0C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D0CA"/>
                </a:solidFill>
              </a:defRPr>
            </a:pPr>
            <a:r>
              <a:rPr sz="1650" b="0">
                <a:solidFill>
                  <a:srgbClr val="BDD0CA"/>
                </a:solidFill>
              </a:rPr>
              <a:t>A focused pilot can validate whether the team captures better context and spends less time reconstructing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87923-7A9F-409E-B3B0-F3480962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43410-FC6C-43C0-A344-80877D5A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0C48F"/>
                </a:solidFill>
              </a:defRPr>
            </a:defPPr>
            <a:lvl1pPr>
              <a:defRPr sz="975" b="1">
                <a:solidFill>
                  <a:srgbClr val="F0C48F"/>
                </a:solidFill>
              </a:defRPr>
            </a:lvl1pPr>
            <a:lvl2pPr>
              <a:defRPr sz="975" b="1">
                <a:solidFill>
                  <a:srgbClr val="F0C48F"/>
                </a:solidFill>
              </a:defRPr>
            </a:lvl2pPr>
            <a:lvl3pPr>
              <a:defRPr sz="975" b="1">
                <a:solidFill>
                  <a:srgbClr val="F0C48F"/>
                </a:solidFill>
              </a:defRPr>
            </a:lvl3pPr>
            <a:lvl4pPr>
              <a:defRPr sz="975" b="1">
                <a:solidFill>
                  <a:srgbClr val="F0C48F"/>
                </a:solidFill>
              </a:defRPr>
            </a:lvl4pPr>
            <a:lvl5pPr>
              <a:defRPr sz="975" b="1">
                <a:solidFill>
                  <a:srgbClr val="F0C48F"/>
                </a:solidFill>
              </a:defRPr>
            </a:lvl5pPr>
            <a:lvl6pPr>
              <a:defRPr sz="975" b="1">
                <a:solidFill>
                  <a:srgbClr val="F0C48F"/>
                </a:solidFill>
              </a:defRPr>
            </a:lvl6pPr>
            <a:lvl7pPr>
              <a:defRPr sz="975" b="1">
                <a:solidFill>
                  <a:srgbClr val="F0C48F"/>
                </a:solidFill>
              </a:defRPr>
            </a:lvl7pPr>
            <a:lvl8pPr>
              <a:defRPr sz="975" b="1">
                <a:solidFill>
                  <a:srgbClr val="F0C48F"/>
                </a:solidFill>
              </a:defRPr>
            </a:lvl8pPr>
            <a:lvl9pPr>
              <a:defRPr sz="975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0C48F"/>
                </a:solidFill>
              </a:defRPr>
            </a:pPr>
            <a:r>
              <a:rPr sz="975" b="1">
                <a:solidFill>
                  <a:srgbClr val="F0C48F"/>
                </a:solidFill>
              </a:rPr>
              <a:t>PILOT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431E1-7BFD-46C7-8163-7AB383A3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One shared budget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Five to ten users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Four weeks of purchase 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AD5E9-E2D2-4D5F-825F-6BD3D5A1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0C48F"/>
                </a:solidFill>
              </a:defRPr>
            </a:defPPr>
            <a:lvl1pPr>
              <a:defRPr sz="975" b="1">
                <a:solidFill>
                  <a:srgbClr val="F0C48F"/>
                </a:solidFill>
              </a:defRPr>
            </a:lvl1pPr>
            <a:lvl2pPr>
              <a:defRPr sz="975" b="1">
                <a:solidFill>
                  <a:srgbClr val="F0C48F"/>
                </a:solidFill>
              </a:defRPr>
            </a:lvl2pPr>
            <a:lvl3pPr>
              <a:defRPr sz="975" b="1">
                <a:solidFill>
                  <a:srgbClr val="F0C48F"/>
                </a:solidFill>
              </a:defRPr>
            </a:lvl3pPr>
            <a:lvl4pPr>
              <a:defRPr sz="975" b="1">
                <a:solidFill>
                  <a:srgbClr val="F0C48F"/>
                </a:solidFill>
              </a:defRPr>
            </a:lvl4pPr>
            <a:lvl5pPr>
              <a:defRPr sz="975" b="1">
                <a:solidFill>
                  <a:srgbClr val="F0C48F"/>
                </a:solidFill>
              </a:defRPr>
            </a:lvl5pPr>
            <a:lvl6pPr>
              <a:defRPr sz="975" b="1">
                <a:solidFill>
                  <a:srgbClr val="F0C48F"/>
                </a:solidFill>
              </a:defRPr>
            </a:lvl6pPr>
            <a:lvl7pPr>
              <a:defRPr sz="975" b="1">
                <a:solidFill>
                  <a:srgbClr val="F0C48F"/>
                </a:solidFill>
              </a:defRPr>
            </a:lvl7pPr>
            <a:lvl8pPr>
              <a:defRPr sz="975" b="1">
                <a:solidFill>
                  <a:srgbClr val="F0C48F"/>
                </a:solidFill>
              </a:defRPr>
            </a:lvl8pPr>
            <a:lvl9pPr>
              <a:defRPr sz="975" b="1">
                <a:solidFill>
                  <a:srgbClr val="F0C48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0C48F"/>
                </a:solidFill>
              </a:defRPr>
            </a:pPr>
            <a:r>
              <a:rPr sz="975" b="1">
                <a:solidFill>
                  <a:srgbClr val="F0C48F"/>
                </a:solidFill>
              </a:rPr>
              <a:t>LEARNING GOALS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1591F-0101-427E-95A0-FB7B3E1B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Are entries complete?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Can leads review without follow-up?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Does access match responsibility?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FBC49-1AD7-4863-A91E-CB1EAFAD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BBC3E-FC4B-4C59-BC22-89E3C5B3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northstar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87C80-98B6-4B48-BC40-A342EF28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48350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7CBC5"/>
                </a:solidFill>
              </a:defRPr>
            </a:defPPr>
            <a:lvl1pPr>
              <a:defRPr sz="1425" b="0">
                <a:solidFill>
                  <a:srgbClr val="B7CBC5"/>
                </a:solidFill>
              </a:defRPr>
            </a:lvl1pPr>
            <a:lvl2pPr>
              <a:defRPr sz="1425" b="0">
                <a:solidFill>
                  <a:srgbClr val="B7CBC5"/>
                </a:solidFill>
              </a:defRPr>
            </a:lvl2pPr>
            <a:lvl3pPr>
              <a:defRPr sz="1425" b="0">
                <a:solidFill>
                  <a:srgbClr val="B7CBC5"/>
                </a:solidFill>
              </a:defRPr>
            </a:lvl3pPr>
            <a:lvl4pPr>
              <a:defRPr sz="1425" b="0">
                <a:solidFill>
                  <a:srgbClr val="B7CBC5"/>
                </a:solidFill>
              </a:defRPr>
            </a:lvl4pPr>
            <a:lvl5pPr>
              <a:defRPr sz="1425" b="0">
                <a:solidFill>
                  <a:srgbClr val="B7CBC5"/>
                </a:solidFill>
              </a:defRPr>
            </a:lvl5pPr>
            <a:lvl6pPr>
              <a:defRPr sz="1425" b="0">
                <a:solidFill>
                  <a:srgbClr val="B7CBC5"/>
                </a:solidFill>
              </a:defRPr>
            </a:lvl6pPr>
            <a:lvl7pPr>
              <a:defRPr sz="1425" b="0">
                <a:solidFill>
                  <a:srgbClr val="B7CBC5"/>
                </a:solidFill>
              </a:defRPr>
            </a:lvl7pPr>
            <a:lvl8pPr>
              <a:defRPr sz="1425" b="0">
                <a:solidFill>
                  <a:srgbClr val="B7CBC5"/>
                </a:solidFill>
              </a:defRPr>
            </a:lvl8pPr>
            <a:lvl9pPr>
              <a:defRPr sz="1425" b="0">
                <a:solidFill>
                  <a:srgbClr val="B7CBC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7CBC5"/>
                </a:solidFill>
              </a:defRPr>
            </a:pPr>
            <a:r>
              <a:rPr sz="1425" b="0">
                <a:solidFill>
                  <a:srgbClr val="B7CBC5"/>
                </a:solidFill>
              </a:rPr>
              <a:t>Make project spending easier to explain.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63647-65F6-42EE-9BFD-C4AC6DF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6A39B"/>
                </a:solidFill>
              </a:defRPr>
            </a:defPPr>
            <a:lvl1pPr>
              <a:defRPr sz="750" b="1">
                <a:solidFill>
                  <a:srgbClr val="86A39B"/>
                </a:solidFill>
              </a:defRPr>
            </a:lvl1pPr>
            <a:lvl2pPr>
              <a:defRPr sz="750" b="1">
                <a:solidFill>
                  <a:srgbClr val="86A39B"/>
                </a:solidFill>
              </a:defRPr>
            </a:lvl2pPr>
            <a:lvl3pPr>
              <a:defRPr sz="750" b="1">
                <a:solidFill>
                  <a:srgbClr val="86A39B"/>
                </a:solidFill>
              </a:defRPr>
            </a:lvl3pPr>
            <a:lvl4pPr>
              <a:defRPr sz="750" b="1">
                <a:solidFill>
                  <a:srgbClr val="86A39B"/>
                </a:solidFill>
              </a:defRPr>
            </a:lvl4pPr>
            <a:lvl5pPr>
              <a:defRPr sz="750" b="1">
                <a:solidFill>
                  <a:srgbClr val="86A39B"/>
                </a:solidFill>
              </a:defRPr>
            </a:lvl5pPr>
            <a:lvl6pPr>
              <a:defRPr sz="750" b="1">
                <a:solidFill>
                  <a:srgbClr val="86A39B"/>
                </a:solidFill>
              </a:defRPr>
            </a:lvl6pPr>
            <a:lvl7pPr>
              <a:defRPr sz="750" b="1">
                <a:solidFill>
                  <a:srgbClr val="86A39B"/>
                </a:solidFill>
              </a:defRPr>
            </a:lvl7pPr>
            <a:lvl8pPr>
              <a:defRPr sz="750" b="1">
                <a:solidFill>
                  <a:srgbClr val="86A39B"/>
                </a:solidFill>
              </a:defRPr>
            </a:lvl8pPr>
            <a:lvl9pPr>
              <a:defRPr sz="750" b="1">
                <a:solidFill>
                  <a:srgbClr val="86A39B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6A39B"/>
                </a:solidFill>
              </a:defRPr>
            </a:pPr>
            <a:r>
              <a:rPr sz="750" b="1">
                <a:solidFill>
                  <a:srgbClr val="86A39B"/>
                </a:solidFill>
              </a:rPr>
              <a:t>NORTHSTAR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5D376-7182-4E31-A2CF-E63BA8B2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86A39B"/>
                </a:solidFill>
              </a:defRPr>
            </a:defPPr>
            <a:lvl1pPr>
              <a:defRPr sz="750" b="1">
                <a:solidFill>
                  <a:srgbClr val="86A39B"/>
                </a:solidFill>
              </a:defRPr>
            </a:lvl1pPr>
            <a:lvl2pPr>
              <a:defRPr sz="750" b="1">
                <a:solidFill>
                  <a:srgbClr val="86A39B"/>
                </a:solidFill>
              </a:defRPr>
            </a:lvl2pPr>
            <a:lvl3pPr>
              <a:defRPr sz="750" b="1">
                <a:solidFill>
                  <a:srgbClr val="86A39B"/>
                </a:solidFill>
              </a:defRPr>
            </a:lvl3pPr>
            <a:lvl4pPr>
              <a:defRPr sz="750" b="1">
                <a:solidFill>
                  <a:srgbClr val="86A39B"/>
                </a:solidFill>
              </a:defRPr>
            </a:lvl4pPr>
            <a:lvl5pPr>
              <a:defRPr sz="750" b="1">
                <a:solidFill>
                  <a:srgbClr val="86A39B"/>
                </a:solidFill>
              </a:defRPr>
            </a:lvl5pPr>
            <a:lvl6pPr>
              <a:defRPr sz="750" b="1">
                <a:solidFill>
                  <a:srgbClr val="86A39B"/>
                </a:solidFill>
              </a:defRPr>
            </a:lvl6pPr>
            <a:lvl7pPr>
              <a:defRPr sz="750" b="1">
                <a:solidFill>
                  <a:srgbClr val="86A39B"/>
                </a:solidFill>
              </a:defRPr>
            </a:lvl7pPr>
            <a:lvl8pPr>
              <a:defRPr sz="750" b="1">
                <a:solidFill>
                  <a:srgbClr val="86A39B"/>
                </a:solidFill>
              </a:defRPr>
            </a:lvl8pPr>
            <a:lvl9pPr>
              <a:defRPr sz="750" b="1">
                <a:solidFill>
                  <a:srgbClr val="86A39B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86A39B"/>
                </a:solidFill>
              </a:defRPr>
            </a:pPr>
            <a:r>
              <a:rPr sz="750" b="1">
                <a:solidFill>
                  <a:srgbClr val="86A39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9088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2026-10-31T20:20:33.9560000Z</dcterms:created>
  <dcterms:modified xsi:type="dcterms:W3CDTF">2026-10-31T20:20:33.9560000Z</dcterms:modified>
</coreProperties>
</file>